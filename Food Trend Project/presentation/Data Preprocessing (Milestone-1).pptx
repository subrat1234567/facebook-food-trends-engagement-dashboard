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Quattrocento Sans" charset="-122" pitchFamily="34"/>
      <p:regular r:id="rId15"/>
    </p:embeddedFont>
    <p:embeddedFont>
      <p:font typeface="Liter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56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ata-flair.training/835e2798e5be6d9e21e02d28a9b67cb1554abb9d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3481" r="348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4568B">
                  <a:alpha val="95000"/>
                </a:srgbClr>
              </a:gs>
              <a:gs pos="50000">
                <a:srgbClr val="34568B">
                  <a:alpha val="90000"/>
                </a:srgbClr>
              </a:gs>
              <a:gs pos="100000">
                <a:srgbClr val="34568B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316355"/>
            <a:ext cx="3390900" cy="381000"/>
          </a:xfrm>
          <a:custGeom>
            <a:avLst/>
            <a:gdLst/>
            <a:ahLst/>
            <a:cxnLst/>
            <a:rect l="l" t="t" r="r" b="b"/>
            <a:pathLst>
              <a:path w="3390900" h="381000">
                <a:moveTo>
                  <a:pt x="38100" y="0"/>
                </a:moveTo>
                <a:lnTo>
                  <a:pt x="3352800" y="0"/>
                </a:lnTo>
                <a:cubicBezTo>
                  <a:pt x="3373828" y="0"/>
                  <a:pt x="3390900" y="17072"/>
                  <a:pt x="3390900" y="38100"/>
                </a:cubicBezTo>
                <a:lnTo>
                  <a:pt x="3390900" y="342900"/>
                </a:lnTo>
                <a:cubicBezTo>
                  <a:pt x="3390900" y="363928"/>
                  <a:pt x="3373828" y="381000"/>
                  <a:pt x="33528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316355"/>
            <a:ext cx="3467100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INFOSYS SPRINGBOARD INTERNSHIP 6.0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0215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 for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Facebook Food Trends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54686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4021455"/>
            <a:ext cx="4419600" cy="9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Group: 3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Quality Data for Insightful Analytics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Milestone: 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810" y="5265420"/>
            <a:ext cx="5589270" cy="1207770"/>
          </a:xfrm>
          <a:custGeom>
            <a:avLst/>
            <a:gdLst/>
            <a:ahLst/>
            <a:cxnLst/>
            <a:rect l="l" t="t" r="r" b="b"/>
            <a:pathLst>
              <a:path w="5589270" h="1207770">
                <a:moveTo>
                  <a:pt x="76198" y="0"/>
                </a:moveTo>
                <a:lnTo>
                  <a:pt x="5513072" y="0"/>
                </a:lnTo>
                <a:cubicBezTo>
                  <a:pt x="5555155" y="0"/>
                  <a:pt x="5589270" y="34115"/>
                  <a:pt x="5589270" y="76198"/>
                </a:cubicBezTo>
                <a:lnTo>
                  <a:pt x="5589270" y="1131572"/>
                </a:lnTo>
                <a:cubicBezTo>
                  <a:pt x="5589270" y="1173655"/>
                  <a:pt x="5555155" y="1207770"/>
                  <a:pt x="5513072" y="1207770"/>
                </a:cubicBezTo>
                <a:lnTo>
                  <a:pt x="76198" y="1207770"/>
                </a:lnTo>
                <a:cubicBezTo>
                  <a:pt x="34115" y="1207770"/>
                  <a:pt x="0" y="1173655"/>
                  <a:pt x="0" y="11315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9120" y="54597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1" name="Shape 8"/>
          <p:cNvSpPr/>
          <p:nvPr/>
        </p:nvSpPr>
        <p:spPr>
          <a:xfrm>
            <a:off x="724376" y="559308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555498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 Team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9120" y="6031230"/>
            <a:ext cx="5276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Subrat &amp; Himaja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4110" y="5265420"/>
            <a:ext cx="5589270" cy="1207770"/>
          </a:xfrm>
          <a:custGeom>
            <a:avLst/>
            <a:gdLst/>
            <a:ahLst/>
            <a:cxnLst/>
            <a:rect l="l" t="t" r="r" b="b"/>
            <a:pathLst>
              <a:path w="5589270" h="1207770">
                <a:moveTo>
                  <a:pt x="76198" y="0"/>
                </a:moveTo>
                <a:lnTo>
                  <a:pt x="5513072" y="0"/>
                </a:lnTo>
                <a:cubicBezTo>
                  <a:pt x="5555155" y="0"/>
                  <a:pt x="5589270" y="34115"/>
                  <a:pt x="5589270" y="76198"/>
                </a:cubicBezTo>
                <a:lnTo>
                  <a:pt x="5589270" y="1131572"/>
                </a:lnTo>
                <a:cubicBezTo>
                  <a:pt x="5589270" y="1173655"/>
                  <a:pt x="5555155" y="1207770"/>
                  <a:pt x="5513072" y="1207770"/>
                </a:cubicBezTo>
                <a:lnTo>
                  <a:pt x="76198" y="1207770"/>
                </a:lnTo>
                <a:cubicBezTo>
                  <a:pt x="34115" y="1207770"/>
                  <a:pt x="0" y="1173655"/>
                  <a:pt x="0" y="11315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8420" y="54597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6" name="Shape 13"/>
          <p:cNvSpPr/>
          <p:nvPr/>
        </p:nvSpPr>
        <p:spPr>
          <a:xfrm>
            <a:off x="6541770" y="55930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018020" y="555498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 Team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8420" y="6031230"/>
            <a:ext cx="5276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Magesh &amp; Sravanthi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0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411480"/>
            <a:ext cx="1788319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Foundation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6562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 &amp; Objective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66800" y="1181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524000"/>
            <a:ext cx="5543550" cy="4953000"/>
          </a:xfrm>
          <a:custGeom>
            <a:avLst/>
            <a:gdLst/>
            <a:ahLst/>
            <a:cxnLst/>
            <a:rect l="l" t="t" r="r" b="b"/>
            <a:pathLst>
              <a:path w="5543550" h="4953000">
                <a:moveTo>
                  <a:pt x="38100" y="0"/>
                </a:moveTo>
                <a:lnTo>
                  <a:pt x="5429235" y="0"/>
                </a:lnTo>
                <a:cubicBezTo>
                  <a:pt x="5492369" y="0"/>
                  <a:pt x="5543550" y="51181"/>
                  <a:pt x="5543550" y="114315"/>
                </a:cubicBezTo>
                <a:lnTo>
                  <a:pt x="5543550" y="4838685"/>
                </a:lnTo>
                <a:cubicBezTo>
                  <a:pt x="5543550" y="4901819"/>
                  <a:pt x="5492369" y="4953000"/>
                  <a:pt x="5429235" y="4953000"/>
                </a:cubicBezTo>
                <a:lnTo>
                  <a:pt x="38100" y="4953000"/>
                </a:lnTo>
                <a:cubicBezTo>
                  <a:pt x="17072" y="4953000"/>
                  <a:pt x="0" y="4935928"/>
                  <a:pt x="0" y="491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0050" y="1524000"/>
            <a:ext cx="38100" cy="4953000"/>
          </a:xfrm>
          <a:custGeom>
            <a:avLst/>
            <a:gdLst/>
            <a:ahLst/>
            <a:cxnLst/>
            <a:rect l="l" t="t" r="r" b="b"/>
            <a:pathLst>
              <a:path w="38100" h="4953000">
                <a:moveTo>
                  <a:pt x="38100" y="0"/>
                </a:moveTo>
                <a:lnTo>
                  <a:pt x="38100" y="0"/>
                </a:lnTo>
                <a:lnTo>
                  <a:pt x="38100" y="4953000"/>
                </a:lnTo>
                <a:lnTo>
                  <a:pt x="38100" y="4953000"/>
                </a:lnTo>
                <a:cubicBezTo>
                  <a:pt x="17072" y="4953000"/>
                  <a:pt x="0" y="4935928"/>
                  <a:pt x="0" y="491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9" name="Shape 7"/>
          <p:cNvSpPr/>
          <p:nvPr/>
        </p:nvSpPr>
        <p:spPr>
          <a:xfrm>
            <a:off x="723900" y="21836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4568B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88206" y="234553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42875" y="75902"/>
                </a:moveTo>
                <a:cubicBezTo>
                  <a:pt x="150298" y="75902"/>
                  <a:pt x="156270" y="81874"/>
                  <a:pt x="156270" y="89297"/>
                </a:cubicBezTo>
                <a:lnTo>
                  <a:pt x="156270" y="151805"/>
                </a:lnTo>
                <a:cubicBezTo>
                  <a:pt x="156270" y="159227"/>
                  <a:pt x="150298" y="165199"/>
                  <a:pt x="142875" y="165199"/>
                </a:cubicBezTo>
                <a:cubicBezTo>
                  <a:pt x="135452" y="165199"/>
                  <a:pt x="129480" y="159227"/>
                  <a:pt x="129480" y="151805"/>
                </a:cubicBezTo>
                <a:lnTo>
                  <a:pt x="129480" y="89297"/>
                </a:lnTo>
                <a:cubicBezTo>
                  <a:pt x="129480" y="81874"/>
                  <a:pt x="135452" y="75902"/>
                  <a:pt x="142875" y="75902"/>
                </a:cubicBezTo>
                <a:close/>
                <a:moveTo>
                  <a:pt x="127974" y="196453"/>
                </a:moveTo>
                <a:cubicBezTo>
                  <a:pt x="127635" y="190922"/>
                  <a:pt x="130393" y="185659"/>
                  <a:pt x="135135" y="182791"/>
                </a:cubicBezTo>
                <a:cubicBezTo>
                  <a:pt x="139876" y="179923"/>
                  <a:pt x="145818" y="179923"/>
                  <a:pt x="150560" y="182791"/>
                </a:cubicBezTo>
                <a:cubicBezTo>
                  <a:pt x="155301" y="185659"/>
                  <a:pt x="158060" y="190922"/>
                  <a:pt x="157721" y="196453"/>
                </a:cubicBezTo>
                <a:cubicBezTo>
                  <a:pt x="158060" y="201984"/>
                  <a:pt x="155301" y="207247"/>
                  <a:pt x="150560" y="210115"/>
                </a:cubicBezTo>
                <a:cubicBezTo>
                  <a:pt x="145818" y="212983"/>
                  <a:pt x="139876" y="212983"/>
                  <a:pt x="135135" y="210115"/>
                </a:cubicBezTo>
                <a:cubicBezTo>
                  <a:pt x="130393" y="207247"/>
                  <a:pt x="127635" y="201984"/>
                  <a:pt x="127974" y="196453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11" name="Text 9"/>
          <p:cNvSpPr/>
          <p:nvPr/>
        </p:nvSpPr>
        <p:spPr>
          <a:xfrm>
            <a:off x="1485900" y="2316956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3021806"/>
            <a:ext cx="50101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brands on Facebook generate massive engagement data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remains underutilized due to data quality issues and lack of proper preprocessing.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3425" y="425529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4" name="Text 12"/>
          <p:cNvSpPr/>
          <p:nvPr/>
        </p:nvSpPr>
        <p:spPr>
          <a:xfrm>
            <a:off x="973693" y="4179094"/>
            <a:ext cx="47529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social media data contains inconsistencies and missing values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8188" y="494109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6" name="Text 14"/>
          <p:cNvSpPr/>
          <p:nvPr/>
        </p:nvSpPr>
        <p:spPr>
          <a:xfrm>
            <a:off x="976670" y="4864894"/>
            <a:ext cx="4743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metrics require standardization for accurate analysis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8188" y="562689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8" name="Text 16"/>
          <p:cNvSpPr/>
          <p:nvPr/>
        </p:nvSpPr>
        <p:spPr>
          <a:xfrm>
            <a:off x="981075" y="5550694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Time-based patterns need validation for trend identification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7450" y="1524000"/>
            <a:ext cx="5543550" cy="4953000"/>
          </a:xfrm>
          <a:custGeom>
            <a:avLst/>
            <a:gdLst/>
            <a:ahLst/>
            <a:cxnLst/>
            <a:rect l="l" t="t" r="r" b="b"/>
            <a:pathLst>
              <a:path w="5543550" h="4953000">
                <a:moveTo>
                  <a:pt x="38100" y="0"/>
                </a:moveTo>
                <a:lnTo>
                  <a:pt x="5429235" y="0"/>
                </a:lnTo>
                <a:cubicBezTo>
                  <a:pt x="5492369" y="0"/>
                  <a:pt x="5543550" y="51181"/>
                  <a:pt x="5543550" y="114315"/>
                </a:cubicBezTo>
                <a:lnTo>
                  <a:pt x="5543550" y="4838685"/>
                </a:lnTo>
                <a:cubicBezTo>
                  <a:pt x="5543550" y="4901819"/>
                  <a:pt x="5492369" y="4953000"/>
                  <a:pt x="5429235" y="4953000"/>
                </a:cubicBezTo>
                <a:lnTo>
                  <a:pt x="38100" y="4953000"/>
                </a:lnTo>
                <a:cubicBezTo>
                  <a:pt x="17072" y="4953000"/>
                  <a:pt x="0" y="4935928"/>
                  <a:pt x="0" y="491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7450" y="1524000"/>
            <a:ext cx="38100" cy="4953000"/>
          </a:xfrm>
          <a:custGeom>
            <a:avLst/>
            <a:gdLst/>
            <a:ahLst/>
            <a:cxnLst/>
            <a:rect l="l" t="t" r="r" b="b"/>
            <a:pathLst>
              <a:path w="38100" h="4953000">
                <a:moveTo>
                  <a:pt x="38100" y="0"/>
                </a:moveTo>
                <a:lnTo>
                  <a:pt x="38100" y="0"/>
                </a:lnTo>
                <a:lnTo>
                  <a:pt x="38100" y="4953000"/>
                </a:lnTo>
                <a:lnTo>
                  <a:pt x="38100" y="4953000"/>
                </a:lnTo>
                <a:cubicBezTo>
                  <a:pt x="17072" y="4953000"/>
                  <a:pt x="0" y="4935928"/>
                  <a:pt x="0" y="491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1" name="Shape 19"/>
          <p:cNvSpPr/>
          <p:nvPr/>
        </p:nvSpPr>
        <p:spPr>
          <a:xfrm>
            <a:off x="6591300" y="24503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9F3E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73466" y="261223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7859" y="0"/>
                </a:moveTo>
                <a:cubicBezTo>
                  <a:pt x="27738" y="0"/>
                  <a:pt x="35719" y="7981"/>
                  <a:pt x="35719" y="17859"/>
                </a:cubicBezTo>
                <a:lnTo>
                  <a:pt x="35719" y="26789"/>
                </a:lnTo>
                <a:lnTo>
                  <a:pt x="74228" y="17190"/>
                </a:lnTo>
                <a:cubicBezTo>
                  <a:pt x="95492" y="11888"/>
                  <a:pt x="117928" y="14343"/>
                  <a:pt x="137573" y="24166"/>
                </a:cubicBezTo>
                <a:cubicBezTo>
                  <a:pt x="163413" y="37114"/>
                  <a:pt x="193830" y="37114"/>
                  <a:pt x="219670" y="24166"/>
                </a:cubicBezTo>
                <a:lnTo>
                  <a:pt x="225028" y="21487"/>
                </a:lnTo>
                <a:cubicBezTo>
                  <a:pt x="236525" y="15683"/>
                  <a:pt x="250031" y="24054"/>
                  <a:pt x="250031" y="36891"/>
                </a:cubicBezTo>
                <a:lnTo>
                  <a:pt x="250031" y="192993"/>
                </a:lnTo>
                <a:cubicBezTo>
                  <a:pt x="250031" y="200416"/>
                  <a:pt x="245399" y="207113"/>
                  <a:pt x="238423" y="209736"/>
                </a:cubicBezTo>
                <a:lnTo>
                  <a:pt x="219056" y="216991"/>
                </a:lnTo>
                <a:cubicBezTo>
                  <a:pt x="193272" y="226647"/>
                  <a:pt x="164585" y="225140"/>
                  <a:pt x="139973" y="212861"/>
                </a:cubicBezTo>
                <a:cubicBezTo>
                  <a:pt x="118821" y="202257"/>
                  <a:pt x="94543" y="199634"/>
                  <a:pt x="71605" y="205383"/>
                </a:cubicBezTo>
                <a:lnTo>
                  <a:pt x="35719" y="214313"/>
                </a:lnTo>
                <a:lnTo>
                  <a:pt x="35719" y="267891"/>
                </a:lnTo>
                <a:cubicBezTo>
                  <a:pt x="35719" y="277769"/>
                  <a:pt x="27738" y="285750"/>
                  <a:pt x="17859" y="285750"/>
                </a:cubicBezTo>
                <a:cubicBezTo>
                  <a:pt x="7981" y="285750"/>
                  <a:pt x="0" y="277769"/>
                  <a:pt x="0" y="267891"/>
                </a:cubicBezTo>
                <a:lnTo>
                  <a:pt x="0" y="17859"/>
                </a:lnTo>
                <a:cubicBezTo>
                  <a:pt x="0" y="7981"/>
                  <a:pt x="7981" y="0"/>
                  <a:pt x="17859" y="0"/>
                </a:cubicBezTo>
                <a:close/>
                <a:moveTo>
                  <a:pt x="35719" y="104422"/>
                </a:moveTo>
                <a:lnTo>
                  <a:pt x="71438" y="96664"/>
                </a:lnTo>
                <a:lnTo>
                  <a:pt x="71438" y="133220"/>
                </a:lnTo>
                <a:lnTo>
                  <a:pt x="35719" y="140977"/>
                </a:lnTo>
                <a:lnTo>
                  <a:pt x="35719" y="177533"/>
                </a:lnTo>
                <a:lnTo>
                  <a:pt x="62954" y="170724"/>
                </a:lnTo>
                <a:cubicBezTo>
                  <a:pt x="65801" y="169999"/>
                  <a:pt x="68591" y="169385"/>
                  <a:pt x="71438" y="168883"/>
                </a:cubicBezTo>
                <a:lnTo>
                  <a:pt x="71438" y="133220"/>
                </a:lnTo>
                <a:lnTo>
                  <a:pt x="93148" y="128532"/>
                </a:lnTo>
                <a:cubicBezTo>
                  <a:pt x="97780" y="127527"/>
                  <a:pt x="102468" y="127136"/>
                  <a:pt x="107156" y="127360"/>
                </a:cubicBezTo>
                <a:lnTo>
                  <a:pt x="107156" y="91641"/>
                </a:lnTo>
                <a:cubicBezTo>
                  <a:pt x="114746" y="91864"/>
                  <a:pt x="122337" y="93092"/>
                  <a:pt x="129704" y="95213"/>
                </a:cubicBezTo>
                <a:lnTo>
                  <a:pt x="142875" y="99064"/>
                </a:lnTo>
                <a:lnTo>
                  <a:pt x="142875" y="136289"/>
                </a:lnTo>
                <a:lnTo>
                  <a:pt x="119602" y="129425"/>
                </a:lnTo>
                <a:cubicBezTo>
                  <a:pt x="115528" y="128253"/>
                  <a:pt x="111342" y="127527"/>
                  <a:pt x="107156" y="127304"/>
                </a:cubicBezTo>
                <a:lnTo>
                  <a:pt x="107156" y="167153"/>
                </a:lnTo>
                <a:cubicBezTo>
                  <a:pt x="119323" y="168213"/>
                  <a:pt x="131322" y="170892"/>
                  <a:pt x="142875" y="175189"/>
                </a:cubicBezTo>
                <a:lnTo>
                  <a:pt x="142875" y="136234"/>
                </a:lnTo>
                <a:lnTo>
                  <a:pt x="155544" y="139973"/>
                </a:lnTo>
                <a:cubicBezTo>
                  <a:pt x="163078" y="142205"/>
                  <a:pt x="170780" y="143545"/>
                  <a:pt x="178594" y="144103"/>
                </a:cubicBezTo>
                <a:lnTo>
                  <a:pt x="178594" y="108272"/>
                </a:lnTo>
                <a:cubicBezTo>
                  <a:pt x="174241" y="107826"/>
                  <a:pt x="169887" y="106989"/>
                  <a:pt x="165646" y="105761"/>
                </a:cubicBezTo>
                <a:lnTo>
                  <a:pt x="142875" y="99064"/>
                </a:lnTo>
                <a:lnTo>
                  <a:pt x="142875" y="64461"/>
                </a:lnTo>
                <a:cubicBezTo>
                  <a:pt x="135620" y="62340"/>
                  <a:pt x="128476" y="59550"/>
                  <a:pt x="121555" y="56090"/>
                </a:cubicBezTo>
                <a:cubicBezTo>
                  <a:pt x="116979" y="53801"/>
                  <a:pt x="112123" y="52183"/>
                  <a:pt x="107156" y="51178"/>
                </a:cubicBezTo>
                <a:lnTo>
                  <a:pt x="107156" y="91585"/>
                </a:lnTo>
                <a:cubicBezTo>
                  <a:pt x="99901" y="91362"/>
                  <a:pt x="92646" y="92032"/>
                  <a:pt x="85558" y="93594"/>
                </a:cubicBezTo>
                <a:lnTo>
                  <a:pt x="71438" y="96664"/>
                </a:lnTo>
                <a:lnTo>
                  <a:pt x="71438" y="54694"/>
                </a:lnTo>
                <a:lnTo>
                  <a:pt x="35719" y="63624"/>
                </a:lnTo>
                <a:lnTo>
                  <a:pt x="35719" y="104422"/>
                </a:lnTo>
                <a:close/>
                <a:moveTo>
                  <a:pt x="178594" y="187356"/>
                </a:moveTo>
                <a:cubicBezTo>
                  <a:pt x="187970" y="188193"/>
                  <a:pt x="197514" y="186965"/>
                  <a:pt x="206499" y="183561"/>
                </a:cubicBezTo>
                <a:lnTo>
                  <a:pt x="214313" y="180659"/>
                </a:lnTo>
                <a:lnTo>
                  <a:pt x="214313" y="140643"/>
                </a:lnTo>
                <a:lnTo>
                  <a:pt x="209903" y="141647"/>
                </a:lnTo>
                <a:cubicBezTo>
                  <a:pt x="199634" y="144047"/>
                  <a:pt x="189086" y="144828"/>
                  <a:pt x="178594" y="144159"/>
                </a:cubicBezTo>
                <a:lnTo>
                  <a:pt x="178594" y="187356"/>
                </a:lnTo>
                <a:close/>
                <a:moveTo>
                  <a:pt x="214313" y="103975"/>
                </a:moveTo>
                <a:lnTo>
                  <a:pt x="214313" y="64461"/>
                </a:lnTo>
                <a:cubicBezTo>
                  <a:pt x="202648" y="67866"/>
                  <a:pt x="190649" y="69540"/>
                  <a:pt x="178594" y="69540"/>
                </a:cubicBezTo>
                <a:lnTo>
                  <a:pt x="178594" y="108272"/>
                </a:lnTo>
                <a:cubicBezTo>
                  <a:pt x="186351" y="109054"/>
                  <a:pt x="194221" y="108552"/>
                  <a:pt x="201867" y="106821"/>
                </a:cubicBezTo>
                <a:lnTo>
                  <a:pt x="214313" y="103919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3" name="Text 21"/>
          <p:cNvSpPr/>
          <p:nvPr/>
        </p:nvSpPr>
        <p:spPr>
          <a:xfrm>
            <a:off x="7353300" y="2583656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91300" y="3288506"/>
            <a:ext cx="50101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E09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raw Facebook food trends data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a clean, analysis-ready dataset for Power BI visualization and trend analysis.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15113" y="448389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6" name="Text 24"/>
          <p:cNvSpPr/>
          <p:nvPr/>
        </p:nvSpPr>
        <p:spPr>
          <a:xfrm>
            <a:off x="6919913" y="4445794"/>
            <a:ext cx="341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accurate trend and sentiment analysis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15113" y="490299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8" name="Text 26"/>
          <p:cNvSpPr/>
          <p:nvPr/>
        </p:nvSpPr>
        <p:spPr>
          <a:xfrm>
            <a:off x="6919913" y="4864894"/>
            <a:ext cx="286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Power BI dashboard creation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15113" y="532209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0" name="Text 28"/>
          <p:cNvSpPr/>
          <p:nvPr/>
        </p:nvSpPr>
        <p:spPr>
          <a:xfrm>
            <a:off x="6919913" y="5283994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data quality for reliable insights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" name="Shape 1"/>
          <p:cNvSpPr/>
          <p:nvPr/>
        </p:nvSpPr>
        <p:spPr>
          <a:xfrm>
            <a:off x="547688" y="609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411481"/>
            <a:ext cx="11537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4210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66800" y="1181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466850"/>
            <a:ext cx="6381750" cy="2990850"/>
          </a:xfrm>
          <a:custGeom>
            <a:avLst/>
            <a:gdLst/>
            <a:ahLst/>
            <a:cxnLst/>
            <a:rect l="l" t="t" r="r" b="b"/>
            <a:pathLst>
              <a:path w="6381750" h="2990850">
                <a:moveTo>
                  <a:pt x="38100" y="0"/>
                </a:moveTo>
                <a:lnTo>
                  <a:pt x="6343650" y="0"/>
                </a:lnTo>
                <a:cubicBezTo>
                  <a:pt x="6364678" y="0"/>
                  <a:pt x="6381750" y="17072"/>
                  <a:pt x="6381750" y="38100"/>
                </a:cubicBezTo>
                <a:lnTo>
                  <a:pt x="6381750" y="2876540"/>
                </a:lnTo>
                <a:cubicBezTo>
                  <a:pt x="6381750" y="2939672"/>
                  <a:pt x="6330572" y="2990850"/>
                  <a:pt x="6267440" y="2990850"/>
                </a:cubicBezTo>
                <a:lnTo>
                  <a:pt x="114310" y="2990850"/>
                </a:lnTo>
                <a:cubicBezTo>
                  <a:pt x="51178" y="2990850"/>
                  <a:pt x="0" y="2939672"/>
                  <a:pt x="0" y="28765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1000" y="1466850"/>
            <a:ext cx="6381750" cy="38100"/>
          </a:xfrm>
          <a:custGeom>
            <a:avLst/>
            <a:gdLst/>
            <a:ahLst/>
            <a:cxnLst/>
            <a:rect l="l" t="t" r="r" b="b"/>
            <a:pathLst>
              <a:path w="6381750" h="38100">
                <a:moveTo>
                  <a:pt x="38100" y="0"/>
                </a:moveTo>
                <a:lnTo>
                  <a:pt x="6343650" y="0"/>
                </a:lnTo>
                <a:cubicBezTo>
                  <a:pt x="6364678" y="0"/>
                  <a:pt x="6381750" y="17072"/>
                  <a:pt x="6381750" y="38100"/>
                </a:cubicBezTo>
                <a:lnTo>
                  <a:pt x="6381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21099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10" name="Shape 8"/>
          <p:cNvSpPr/>
          <p:nvPr/>
        </p:nvSpPr>
        <p:spPr>
          <a:xfrm>
            <a:off x="790575" y="236339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73223" y="119077"/>
                </a:moveTo>
                <a:cubicBezTo>
                  <a:pt x="69919" y="114166"/>
                  <a:pt x="63267" y="112827"/>
                  <a:pt x="58356" y="116086"/>
                </a:cubicBezTo>
                <a:cubicBezTo>
                  <a:pt x="53444" y="119345"/>
                  <a:pt x="52105" y="126043"/>
                  <a:pt x="55364" y="130954"/>
                </a:cubicBezTo>
                <a:lnTo>
                  <a:pt x="72866" y="157163"/>
                </a:lnTo>
                <a:lnTo>
                  <a:pt x="55364" y="183371"/>
                </a:lnTo>
                <a:cubicBezTo>
                  <a:pt x="52060" y="188282"/>
                  <a:pt x="53400" y="194935"/>
                  <a:pt x="58356" y="198239"/>
                </a:cubicBezTo>
                <a:cubicBezTo>
                  <a:pt x="63311" y="201543"/>
                  <a:pt x="69919" y="200204"/>
                  <a:pt x="73223" y="195248"/>
                </a:cubicBezTo>
                <a:lnTo>
                  <a:pt x="85725" y="176495"/>
                </a:lnTo>
                <a:lnTo>
                  <a:pt x="98227" y="195248"/>
                </a:lnTo>
                <a:cubicBezTo>
                  <a:pt x="101531" y="200159"/>
                  <a:pt x="108183" y="201498"/>
                  <a:pt x="113094" y="198239"/>
                </a:cubicBezTo>
                <a:cubicBezTo>
                  <a:pt x="118006" y="194980"/>
                  <a:pt x="119345" y="188282"/>
                  <a:pt x="116086" y="183371"/>
                </a:cubicBezTo>
                <a:lnTo>
                  <a:pt x="98584" y="157163"/>
                </a:lnTo>
                <a:lnTo>
                  <a:pt x="116086" y="130954"/>
                </a:lnTo>
                <a:cubicBezTo>
                  <a:pt x="119390" y="126043"/>
                  <a:pt x="118050" y="119390"/>
                  <a:pt x="113094" y="116086"/>
                </a:cubicBezTo>
                <a:cubicBezTo>
                  <a:pt x="108139" y="112782"/>
                  <a:pt x="101531" y="114121"/>
                  <a:pt x="98227" y="119077"/>
                </a:cubicBezTo>
                <a:lnTo>
                  <a:pt x="85725" y="137830"/>
                </a:lnTo>
                <a:lnTo>
                  <a:pt x="73223" y="11907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2210991"/>
            <a:ext cx="3248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Facebook Food Trends Dataset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5400" y="2515672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foodtrends_facebook_cleaned.xlsx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2896791"/>
            <a:ext cx="60102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collection of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brand posts from Facebook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designed to analyze engagement patterns, consumer sentiment, and trending content in the food industry.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4648200"/>
            <a:ext cx="3076575" cy="1828800"/>
          </a:xfrm>
          <a:custGeom>
            <a:avLst/>
            <a:gdLst/>
            <a:ahLst/>
            <a:cxnLst/>
            <a:rect l="l" t="t" r="r" b="b"/>
            <a:pathLst>
              <a:path w="3076575" h="1828800">
                <a:moveTo>
                  <a:pt x="38100" y="0"/>
                </a:moveTo>
                <a:lnTo>
                  <a:pt x="2962275" y="0"/>
                </a:lnTo>
                <a:cubicBezTo>
                  <a:pt x="3025359" y="0"/>
                  <a:pt x="3076575" y="51216"/>
                  <a:pt x="3076575" y="114300"/>
                </a:cubicBezTo>
                <a:lnTo>
                  <a:pt x="3076575" y="1714500"/>
                </a:lnTo>
                <a:cubicBezTo>
                  <a:pt x="3076575" y="1777584"/>
                  <a:pt x="3025359" y="1828800"/>
                  <a:pt x="2962275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0050" y="46482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76275" y="49672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2147"/>
                </a:moveTo>
                <a:cubicBezTo>
                  <a:pt x="0" y="26253"/>
                  <a:pt x="4777" y="21431"/>
                  <a:pt x="10716" y="21431"/>
                </a:cubicBezTo>
                <a:lnTo>
                  <a:pt x="32147" y="21431"/>
                </a:lnTo>
                <a:cubicBezTo>
                  <a:pt x="38085" y="21431"/>
                  <a:pt x="42863" y="26209"/>
                  <a:pt x="42863" y="32147"/>
                </a:cubicBezTo>
                <a:lnTo>
                  <a:pt x="42863" y="78581"/>
                </a:lnTo>
                <a:lnTo>
                  <a:pt x="53578" y="78581"/>
                </a:lnTo>
                <a:cubicBezTo>
                  <a:pt x="59516" y="78581"/>
                  <a:pt x="64294" y="83359"/>
                  <a:pt x="64294" y="89297"/>
                </a:cubicBezTo>
                <a:cubicBezTo>
                  <a:pt x="64294" y="95235"/>
                  <a:pt x="59516" y="100013"/>
                  <a:pt x="53578" y="100013"/>
                </a:cubicBezTo>
                <a:lnTo>
                  <a:pt x="10716" y="100013"/>
                </a:lnTo>
                <a:cubicBezTo>
                  <a:pt x="4777" y="100013"/>
                  <a:pt x="0" y="95235"/>
                  <a:pt x="0" y="89297"/>
                </a:cubicBezTo>
                <a:cubicBezTo>
                  <a:pt x="0" y="83359"/>
                  <a:pt x="4777" y="78581"/>
                  <a:pt x="10716" y="78581"/>
                </a:cubicBezTo>
                <a:lnTo>
                  <a:pt x="21431" y="78581"/>
                </a:lnTo>
                <a:lnTo>
                  <a:pt x="21431" y="42863"/>
                </a:lnTo>
                <a:lnTo>
                  <a:pt x="10716" y="42863"/>
                </a:lnTo>
                <a:cubicBezTo>
                  <a:pt x="4777" y="42863"/>
                  <a:pt x="0" y="38085"/>
                  <a:pt x="0" y="32147"/>
                </a:cubicBezTo>
                <a:close/>
                <a:moveTo>
                  <a:pt x="13573" y="134481"/>
                </a:moveTo>
                <a:cubicBezTo>
                  <a:pt x="18663" y="130641"/>
                  <a:pt x="24869" y="128588"/>
                  <a:pt x="31254" y="128588"/>
                </a:cubicBezTo>
                <a:lnTo>
                  <a:pt x="33442" y="128588"/>
                </a:lnTo>
                <a:cubicBezTo>
                  <a:pt x="48488" y="128588"/>
                  <a:pt x="60722" y="140821"/>
                  <a:pt x="60722" y="155868"/>
                </a:cubicBezTo>
                <a:cubicBezTo>
                  <a:pt x="60722" y="164619"/>
                  <a:pt x="56525" y="172789"/>
                  <a:pt x="49470" y="177924"/>
                </a:cubicBezTo>
                <a:lnTo>
                  <a:pt x="38755" y="185738"/>
                </a:lnTo>
                <a:lnTo>
                  <a:pt x="53578" y="185738"/>
                </a:lnTo>
                <a:cubicBezTo>
                  <a:pt x="59516" y="185738"/>
                  <a:pt x="64294" y="190515"/>
                  <a:pt x="64294" y="196453"/>
                </a:cubicBezTo>
                <a:cubicBezTo>
                  <a:pt x="64294" y="202391"/>
                  <a:pt x="59516" y="207169"/>
                  <a:pt x="53578" y="207169"/>
                </a:cubicBezTo>
                <a:lnTo>
                  <a:pt x="13082" y="207169"/>
                </a:lnTo>
                <a:cubicBezTo>
                  <a:pt x="5849" y="207169"/>
                  <a:pt x="0" y="201320"/>
                  <a:pt x="0" y="194087"/>
                </a:cubicBezTo>
                <a:cubicBezTo>
                  <a:pt x="0" y="189890"/>
                  <a:pt x="2009" y="185961"/>
                  <a:pt x="5402" y="183505"/>
                </a:cubicBezTo>
                <a:lnTo>
                  <a:pt x="36880" y="160600"/>
                </a:lnTo>
                <a:cubicBezTo>
                  <a:pt x="38398" y="159484"/>
                  <a:pt x="39291" y="157743"/>
                  <a:pt x="39291" y="155868"/>
                </a:cubicBezTo>
                <a:cubicBezTo>
                  <a:pt x="39291" y="152653"/>
                  <a:pt x="36656" y="150019"/>
                  <a:pt x="33442" y="150019"/>
                </a:cubicBezTo>
                <a:lnTo>
                  <a:pt x="31254" y="150019"/>
                </a:lnTo>
                <a:cubicBezTo>
                  <a:pt x="29513" y="150019"/>
                  <a:pt x="27816" y="150599"/>
                  <a:pt x="26432" y="151626"/>
                </a:cubicBezTo>
                <a:lnTo>
                  <a:pt x="17145" y="158591"/>
                </a:lnTo>
                <a:cubicBezTo>
                  <a:pt x="12412" y="162163"/>
                  <a:pt x="5715" y="161181"/>
                  <a:pt x="2143" y="156448"/>
                </a:cubicBezTo>
                <a:cubicBezTo>
                  <a:pt x="-1429" y="151715"/>
                  <a:pt x="-446" y="145018"/>
                  <a:pt x="4286" y="141446"/>
                </a:cubicBezTo>
                <a:lnTo>
                  <a:pt x="13573" y="134481"/>
                </a:lnTo>
                <a:close/>
                <a:moveTo>
                  <a:pt x="100013" y="28575"/>
                </a:move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00013" y="57150"/>
                </a:lnTo>
                <a:cubicBezTo>
                  <a:pt x="92110" y="57150"/>
                  <a:pt x="85725" y="50765"/>
                  <a:pt x="85725" y="42863"/>
                </a:cubicBezTo>
                <a:cubicBezTo>
                  <a:pt x="85725" y="34960"/>
                  <a:pt x="92110" y="28575"/>
                  <a:pt x="100013" y="28575"/>
                </a:cubicBezTo>
                <a:close/>
                <a:moveTo>
                  <a:pt x="100013" y="100013"/>
                </a:move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00013" y="128588"/>
                </a:lnTo>
                <a:cubicBezTo>
                  <a:pt x="92110" y="128588"/>
                  <a:pt x="85725" y="122203"/>
                  <a:pt x="85725" y="114300"/>
                </a:cubicBezTo>
                <a:cubicBezTo>
                  <a:pt x="85725" y="106397"/>
                  <a:pt x="92110" y="100013"/>
                  <a:pt x="100013" y="100013"/>
                </a:cubicBezTo>
                <a:close/>
                <a:moveTo>
                  <a:pt x="100013" y="171450"/>
                </a:move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100013" y="200025"/>
                </a:lnTo>
                <a:cubicBezTo>
                  <a:pt x="92110" y="200025"/>
                  <a:pt x="85725" y="193640"/>
                  <a:pt x="85725" y="185738"/>
                </a:cubicBezTo>
                <a:cubicBezTo>
                  <a:pt x="85725" y="177835"/>
                  <a:pt x="92110" y="171450"/>
                  <a:pt x="100013" y="17145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4948238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Size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5386388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Records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29721" y="5329238"/>
            <a:ext cx="85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7700" y="5748338"/>
            <a:ext cx="2600325" cy="9525"/>
          </a:xfrm>
          <a:custGeom>
            <a:avLst/>
            <a:gdLst/>
            <a:ahLst/>
            <a:cxnLst/>
            <a:rect l="l" t="t" r="r" b="b"/>
            <a:pathLst>
              <a:path w="2600325" h="9525">
                <a:moveTo>
                  <a:pt x="0" y="0"/>
                </a:moveTo>
                <a:lnTo>
                  <a:pt x="2600325" y="0"/>
                </a:lnTo>
                <a:lnTo>
                  <a:pt x="2600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C757D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7700" y="5891213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97994" y="5834063"/>
            <a:ext cx="390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9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84270" y="4648200"/>
            <a:ext cx="3076575" cy="1828800"/>
          </a:xfrm>
          <a:custGeom>
            <a:avLst/>
            <a:gdLst/>
            <a:ahLst/>
            <a:cxnLst/>
            <a:rect l="l" t="t" r="r" b="b"/>
            <a:pathLst>
              <a:path w="3076575" h="1828800">
                <a:moveTo>
                  <a:pt x="38100" y="0"/>
                </a:moveTo>
                <a:lnTo>
                  <a:pt x="2962275" y="0"/>
                </a:lnTo>
                <a:cubicBezTo>
                  <a:pt x="3025359" y="0"/>
                  <a:pt x="3076575" y="51216"/>
                  <a:pt x="3076575" y="114300"/>
                </a:cubicBezTo>
                <a:lnTo>
                  <a:pt x="3076575" y="1714500"/>
                </a:lnTo>
                <a:cubicBezTo>
                  <a:pt x="3076575" y="1777584"/>
                  <a:pt x="3025359" y="1828800"/>
                  <a:pt x="2962275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84270" y="4648200"/>
            <a:ext cx="38100" cy="1828800"/>
          </a:xfrm>
          <a:custGeom>
            <a:avLst/>
            <a:gdLst/>
            <a:ahLst/>
            <a:cxnLst/>
            <a:rect l="l" t="t" r="r" b="b"/>
            <a:pathLst>
              <a:path w="38100" h="18288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25" name="Shape 23"/>
          <p:cNvSpPr/>
          <p:nvPr/>
        </p:nvSpPr>
        <p:spPr>
          <a:xfrm>
            <a:off x="3960495" y="4895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26" name="Text 24"/>
          <p:cNvSpPr/>
          <p:nvPr/>
        </p:nvSpPr>
        <p:spPr>
          <a:xfrm>
            <a:off x="4331970" y="4876800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31920" y="5257800"/>
            <a:ext cx="26765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dataset compiled from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 food brand posts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capturing authentic engagement metrics and content characteristics.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82790" y="1447800"/>
            <a:ext cx="4724400" cy="5029200"/>
          </a:xfrm>
          <a:custGeom>
            <a:avLst/>
            <a:gdLst/>
            <a:ahLst/>
            <a:cxnLst/>
            <a:rect l="l" t="t" r="r" b="b"/>
            <a:pathLst>
              <a:path w="4724400" h="5029200">
                <a:moveTo>
                  <a:pt x="38100" y="0"/>
                </a:moveTo>
                <a:lnTo>
                  <a:pt x="4610117" y="0"/>
                </a:lnTo>
                <a:cubicBezTo>
                  <a:pt x="4673234" y="0"/>
                  <a:pt x="4724400" y="51166"/>
                  <a:pt x="4724400" y="114283"/>
                </a:cubicBezTo>
                <a:lnTo>
                  <a:pt x="4724400" y="4914917"/>
                </a:lnTo>
                <a:cubicBezTo>
                  <a:pt x="4724400" y="4978034"/>
                  <a:pt x="4673234" y="5029200"/>
                  <a:pt x="4610117" y="5029200"/>
                </a:cubicBezTo>
                <a:lnTo>
                  <a:pt x="38100" y="5029200"/>
                </a:lnTo>
                <a:cubicBezTo>
                  <a:pt x="17072" y="5029200"/>
                  <a:pt x="0" y="5012128"/>
                  <a:pt x="0" y="499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82790" y="1447800"/>
            <a:ext cx="38100" cy="5029200"/>
          </a:xfrm>
          <a:custGeom>
            <a:avLst/>
            <a:gdLst/>
            <a:ahLst/>
            <a:cxnLst/>
            <a:rect l="l" t="t" r="r" b="b"/>
            <a:pathLst>
              <a:path w="38100" h="5029200">
                <a:moveTo>
                  <a:pt x="38100" y="0"/>
                </a:moveTo>
                <a:lnTo>
                  <a:pt x="38100" y="0"/>
                </a:lnTo>
                <a:lnTo>
                  <a:pt x="38100" y="5029200"/>
                </a:lnTo>
                <a:lnTo>
                  <a:pt x="38100" y="5029200"/>
                </a:lnTo>
                <a:cubicBezTo>
                  <a:pt x="17072" y="5029200"/>
                  <a:pt x="0" y="5012128"/>
                  <a:pt x="0" y="499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0" name="Shape 28"/>
          <p:cNvSpPr/>
          <p:nvPr/>
        </p:nvSpPr>
        <p:spPr>
          <a:xfrm>
            <a:off x="733044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9F3E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463790" y="1809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2" name="Text 30"/>
          <p:cNvSpPr/>
          <p:nvPr/>
        </p:nvSpPr>
        <p:spPr>
          <a:xfrm>
            <a:off x="7901940" y="1752600"/>
            <a:ext cx="2305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 Categories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30440" y="2362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4" name="Text 32"/>
          <p:cNvSpPr/>
          <p:nvPr/>
        </p:nvSpPr>
        <p:spPr>
          <a:xfrm>
            <a:off x="7493675" y="2419350"/>
            <a:ext cx="14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863840" y="2324100"/>
            <a:ext cx="366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Details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63840" y="2628900"/>
            <a:ext cx="36480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identifiers, post types, and textual information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330440" y="34988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8" name="Text 36"/>
          <p:cNvSpPr/>
          <p:nvPr/>
        </p:nvSpPr>
        <p:spPr>
          <a:xfrm>
            <a:off x="7477244" y="355604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863840" y="3460790"/>
            <a:ext cx="3724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Metrics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63840" y="3765590"/>
            <a:ext cx="3705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Likes, comments, shares, and overall interaction counts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30440" y="46354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42" name="Text 40"/>
          <p:cNvSpPr/>
          <p:nvPr/>
        </p:nvSpPr>
        <p:spPr>
          <a:xfrm>
            <a:off x="7474982" y="469261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63840" y="4597360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Reaction Metrics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863840" y="4902161"/>
            <a:ext cx="3371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Love, wow, haha, sad, angry reactions distribution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30440" y="5772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46" name="Text 44"/>
          <p:cNvSpPr/>
          <p:nvPr/>
        </p:nvSpPr>
        <p:spPr>
          <a:xfrm>
            <a:off x="7477363" y="582930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63840" y="5734050"/>
            <a:ext cx="3457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Time-Based Features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863840" y="6038850"/>
            <a:ext cx="3438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timing, seasonal patterns, and temporal trends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578" y="444693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74117" y="0"/>
                </a:moveTo>
                <a:lnTo>
                  <a:pt x="444692" y="0"/>
                </a:lnTo>
                <a:cubicBezTo>
                  <a:pt x="485625" y="0"/>
                  <a:pt x="518809" y="33183"/>
                  <a:pt x="518809" y="74117"/>
                </a:cubicBezTo>
                <a:lnTo>
                  <a:pt x="518809" y="444692"/>
                </a:lnTo>
                <a:cubicBezTo>
                  <a:pt x="518809" y="485625"/>
                  <a:pt x="485625" y="518809"/>
                  <a:pt x="444692" y="518809"/>
                </a:cubicBezTo>
                <a:lnTo>
                  <a:pt x="74117" y="518809"/>
                </a:lnTo>
                <a:cubicBezTo>
                  <a:pt x="33183" y="518809"/>
                  <a:pt x="0" y="485625"/>
                  <a:pt x="0" y="444692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" name="Shape 1"/>
          <p:cNvSpPr/>
          <p:nvPr/>
        </p:nvSpPr>
        <p:spPr>
          <a:xfrm>
            <a:off x="532705" y="592924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111173" y="69483"/>
                </a:moveTo>
                <a:lnTo>
                  <a:pt x="111173" y="111173"/>
                </a:lnTo>
                <a:lnTo>
                  <a:pt x="166760" y="111173"/>
                </a:lnTo>
                <a:lnTo>
                  <a:pt x="166760" y="69483"/>
                </a:lnTo>
                <a:lnTo>
                  <a:pt x="111173" y="69483"/>
                </a:lnTo>
                <a:close/>
                <a:moveTo>
                  <a:pt x="83380" y="69483"/>
                </a:moveTo>
                <a:lnTo>
                  <a:pt x="27793" y="69483"/>
                </a:lnTo>
                <a:lnTo>
                  <a:pt x="27793" y="111173"/>
                </a:lnTo>
                <a:lnTo>
                  <a:pt x="83380" y="111173"/>
                </a:lnTo>
                <a:lnTo>
                  <a:pt x="83380" y="69483"/>
                </a:lnTo>
                <a:close/>
                <a:moveTo>
                  <a:pt x="0" y="138967"/>
                </a:moveTo>
                <a:lnTo>
                  <a:pt x="0" y="41690"/>
                </a:lnTo>
                <a:cubicBezTo>
                  <a:pt x="0" y="26360"/>
                  <a:pt x="12464" y="13897"/>
                  <a:pt x="27793" y="13897"/>
                </a:cubicBezTo>
                <a:lnTo>
                  <a:pt x="166760" y="13897"/>
                </a:lnTo>
                <a:cubicBezTo>
                  <a:pt x="182090" y="13897"/>
                  <a:pt x="194553" y="26360"/>
                  <a:pt x="194553" y="41690"/>
                </a:cubicBezTo>
                <a:lnTo>
                  <a:pt x="194553" y="180657"/>
                </a:lnTo>
                <a:cubicBezTo>
                  <a:pt x="194553" y="195986"/>
                  <a:pt x="182090" y="208450"/>
                  <a:pt x="166760" y="208450"/>
                </a:cubicBezTo>
                <a:lnTo>
                  <a:pt x="27793" y="208450"/>
                </a:lnTo>
                <a:cubicBezTo>
                  <a:pt x="12464" y="208450"/>
                  <a:pt x="0" y="195986"/>
                  <a:pt x="0" y="180657"/>
                </a:cubicBezTo>
                <a:lnTo>
                  <a:pt x="0" y="138967"/>
                </a:lnTo>
                <a:close/>
                <a:moveTo>
                  <a:pt x="166760" y="138967"/>
                </a:moveTo>
                <a:lnTo>
                  <a:pt x="111173" y="138967"/>
                </a:lnTo>
                <a:lnTo>
                  <a:pt x="111173" y="180657"/>
                </a:lnTo>
                <a:lnTo>
                  <a:pt x="166760" y="180657"/>
                </a:lnTo>
                <a:lnTo>
                  <a:pt x="166760" y="138967"/>
                </a:lnTo>
                <a:close/>
                <a:moveTo>
                  <a:pt x="83380" y="180657"/>
                </a:moveTo>
                <a:lnTo>
                  <a:pt x="83380" y="138967"/>
                </a:lnTo>
                <a:lnTo>
                  <a:pt x="27793" y="138967"/>
                </a:lnTo>
                <a:lnTo>
                  <a:pt x="27793" y="180657"/>
                </a:lnTo>
                <a:lnTo>
                  <a:pt x="83380" y="1806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37617" y="400223"/>
            <a:ext cx="1380517" cy="1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spc="58" kern="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7617" y="592924"/>
            <a:ext cx="4085617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2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Parameters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37617" y="1148790"/>
            <a:ext cx="1185848" cy="37058"/>
          </a:xfrm>
          <a:custGeom>
            <a:avLst/>
            <a:gdLst/>
            <a:ahLst/>
            <a:cxnLst/>
            <a:rect l="l" t="t" r="r" b="b"/>
            <a:pathLst>
              <a:path w="1185848" h="37058">
                <a:moveTo>
                  <a:pt x="0" y="0"/>
                </a:moveTo>
                <a:lnTo>
                  <a:pt x="1185848" y="0"/>
                </a:lnTo>
                <a:lnTo>
                  <a:pt x="1185848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7" name="Shape 5"/>
          <p:cNvSpPr/>
          <p:nvPr/>
        </p:nvSpPr>
        <p:spPr>
          <a:xfrm>
            <a:off x="370578" y="1389666"/>
            <a:ext cx="5651307" cy="2649629"/>
          </a:xfrm>
          <a:custGeom>
            <a:avLst/>
            <a:gdLst/>
            <a:ahLst/>
            <a:cxnLst/>
            <a:rect l="l" t="t" r="r" b="b"/>
            <a:pathLst>
              <a:path w="5651307" h="2649629">
                <a:moveTo>
                  <a:pt x="37058" y="0"/>
                </a:moveTo>
                <a:lnTo>
                  <a:pt x="5614249" y="0"/>
                </a:lnTo>
                <a:cubicBezTo>
                  <a:pt x="5634716" y="0"/>
                  <a:pt x="5651307" y="16591"/>
                  <a:pt x="5651307" y="37058"/>
                </a:cubicBezTo>
                <a:lnTo>
                  <a:pt x="5651307" y="2538451"/>
                </a:lnTo>
                <a:cubicBezTo>
                  <a:pt x="5651307" y="2599853"/>
                  <a:pt x="5601531" y="2649629"/>
                  <a:pt x="5540129" y="2649629"/>
                </a:cubicBezTo>
                <a:lnTo>
                  <a:pt x="111178" y="2649629"/>
                </a:lnTo>
                <a:cubicBezTo>
                  <a:pt x="49776" y="2649629"/>
                  <a:pt x="0" y="2599853"/>
                  <a:pt x="0" y="253845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8967" dist="92644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0578" y="1389666"/>
            <a:ext cx="5651307" cy="37058"/>
          </a:xfrm>
          <a:custGeom>
            <a:avLst/>
            <a:gdLst/>
            <a:ahLst/>
            <a:cxnLst/>
            <a:rect l="l" t="t" r="r" b="b"/>
            <a:pathLst>
              <a:path w="5651307" h="37058">
                <a:moveTo>
                  <a:pt x="37058" y="0"/>
                </a:moveTo>
                <a:lnTo>
                  <a:pt x="5614249" y="0"/>
                </a:lnTo>
                <a:cubicBezTo>
                  <a:pt x="5634716" y="0"/>
                  <a:pt x="5651307" y="16591"/>
                  <a:pt x="5651307" y="37058"/>
                </a:cubicBezTo>
                <a:lnTo>
                  <a:pt x="5651307" y="37058"/>
                </a:lnTo>
                <a:lnTo>
                  <a:pt x="0" y="37058"/>
                </a:ln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9" name="Shape 7"/>
          <p:cNvSpPr/>
          <p:nvPr/>
        </p:nvSpPr>
        <p:spPr>
          <a:xfrm>
            <a:off x="555866" y="1593483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10" name="Shape 8"/>
          <p:cNvSpPr/>
          <p:nvPr/>
        </p:nvSpPr>
        <p:spPr>
          <a:xfrm>
            <a:off x="708729" y="1723185"/>
            <a:ext cx="138967" cy="185289"/>
          </a:xfrm>
          <a:custGeom>
            <a:avLst/>
            <a:gdLst/>
            <a:ahLst/>
            <a:cxnLst/>
            <a:rect l="l" t="t" r="r" b="b"/>
            <a:pathLst>
              <a:path w="138967" h="185289">
                <a:moveTo>
                  <a:pt x="0" y="23161"/>
                </a:moveTo>
                <a:cubicBezTo>
                  <a:pt x="0" y="10386"/>
                  <a:pt x="10386" y="0"/>
                  <a:pt x="23161" y="0"/>
                </a:cubicBezTo>
                <a:lnTo>
                  <a:pt x="77264" y="0"/>
                </a:lnTo>
                <a:cubicBezTo>
                  <a:pt x="83416" y="0"/>
                  <a:pt x="89315" y="2425"/>
                  <a:pt x="93658" y="6767"/>
                </a:cubicBezTo>
                <a:lnTo>
                  <a:pt x="132199" y="45345"/>
                </a:lnTo>
                <a:cubicBezTo>
                  <a:pt x="136542" y="49688"/>
                  <a:pt x="138967" y="55587"/>
                  <a:pt x="138967" y="61739"/>
                </a:cubicBezTo>
                <a:lnTo>
                  <a:pt x="138967" y="162128"/>
                </a:lnTo>
                <a:cubicBezTo>
                  <a:pt x="138967" y="174902"/>
                  <a:pt x="128580" y="185289"/>
                  <a:pt x="115805" y="185289"/>
                </a:cubicBezTo>
                <a:lnTo>
                  <a:pt x="23161" y="185289"/>
                </a:lnTo>
                <a:cubicBezTo>
                  <a:pt x="10386" y="185289"/>
                  <a:pt x="0" y="174902"/>
                  <a:pt x="0" y="162128"/>
                </a:cubicBezTo>
                <a:lnTo>
                  <a:pt x="0" y="23161"/>
                </a:lnTo>
                <a:close/>
                <a:moveTo>
                  <a:pt x="75274" y="21171"/>
                </a:moveTo>
                <a:lnTo>
                  <a:pt x="75274" y="55008"/>
                </a:lnTo>
                <a:cubicBezTo>
                  <a:pt x="75274" y="59821"/>
                  <a:pt x="79146" y="63693"/>
                  <a:pt x="83959" y="63693"/>
                </a:cubicBezTo>
                <a:lnTo>
                  <a:pt x="117796" y="63693"/>
                </a:lnTo>
                <a:lnTo>
                  <a:pt x="75274" y="21171"/>
                </a:lnTo>
                <a:close/>
                <a:moveTo>
                  <a:pt x="43427" y="92644"/>
                </a:moveTo>
                <a:cubicBezTo>
                  <a:pt x="38614" y="92644"/>
                  <a:pt x="34742" y="96517"/>
                  <a:pt x="34742" y="101330"/>
                </a:cubicBezTo>
                <a:cubicBezTo>
                  <a:pt x="34742" y="106143"/>
                  <a:pt x="38614" y="110015"/>
                  <a:pt x="43427" y="110015"/>
                </a:cubicBezTo>
                <a:lnTo>
                  <a:pt x="95540" y="110015"/>
                </a:lnTo>
                <a:cubicBezTo>
                  <a:pt x="100353" y="110015"/>
                  <a:pt x="104225" y="106143"/>
                  <a:pt x="104225" y="101330"/>
                </a:cubicBezTo>
                <a:cubicBezTo>
                  <a:pt x="104225" y="96517"/>
                  <a:pt x="100353" y="92644"/>
                  <a:pt x="95540" y="92644"/>
                </a:cubicBezTo>
                <a:lnTo>
                  <a:pt x="43427" y="92644"/>
                </a:lnTo>
                <a:close/>
                <a:moveTo>
                  <a:pt x="43427" y="127386"/>
                </a:moveTo>
                <a:cubicBezTo>
                  <a:pt x="38614" y="127386"/>
                  <a:pt x="34742" y="131258"/>
                  <a:pt x="34742" y="136071"/>
                </a:cubicBezTo>
                <a:cubicBezTo>
                  <a:pt x="34742" y="140885"/>
                  <a:pt x="38614" y="144757"/>
                  <a:pt x="43427" y="144757"/>
                </a:cubicBezTo>
                <a:lnTo>
                  <a:pt x="95540" y="144757"/>
                </a:lnTo>
                <a:cubicBezTo>
                  <a:pt x="100353" y="144757"/>
                  <a:pt x="104225" y="140885"/>
                  <a:pt x="104225" y="136071"/>
                </a:cubicBezTo>
                <a:cubicBezTo>
                  <a:pt x="104225" y="131258"/>
                  <a:pt x="100353" y="127386"/>
                  <a:pt x="95540" y="127386"/>
                </a:cubicBezTo>
                <a:lnTo>
                  <a:pt x="43427" y="12738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11733" y="1667599"/>
            <a:ext cx="1278492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Details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5866" y="2149350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511" y="2260523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62159" y="203"/>
                </a:moveTo>
                <a:cubicBezTo>
                  <a:pt x="67167" y="1274"/>
                  <a:pt x="70352" y="6196"/>
                  <a:pt x="69281" y="11204"/>
                </a:cubicBezTo>
                <a:lnTo>
                  <a:pt x="63751" y="37058"/>
                </a:lnTo>
                <a:lnTo>
                  <a:pt x="100374" y="37058"/>
                </a:lnTo>
                <a:lnTo>
                  <a:pt x="106744" y="7325"/>
                </a:lnTo>
                <a:cubicBezTo>
                  <a:pt x="107815" y="2316"/>
                  <a:pt x="112737" y="-869"/>
                  <a:pt x="117745" y="203"/>
                </a:cubicBezTo>
                <a:cubicBezTo>
                  <a:pt x="122754" y="1274"/>
                  <a:pt x="125938" y="6196"/>
                  <a:pt x="124867" y="11204"/>
                </a:cubicBezTo>
                <a:lnTo>
                  <a:pt x="119338" y="37058"/>
                </a:lnTo>
                <a:lnTo>
                  <a:pt x="138967" y="37058"/>
                </a:lnTo>
                <a:cubicBezTo>
                  <a:pt x="144091" y="37058"/>
                  <a:pt x="148231" y="41198"/>
                  <a:pt x="148231" y="46322"/>
                </a:cubicBezTo>
                <a:cubicBezTo>
                  <a:pt x="148231" y="51447"/>
                  <a:pt x="144091" y="55587"/>
                  <a:pt x="138967" y="55587"/>
                </a:cubicBezTo>
                <a:lnTo>
                  <a:pt x="115342" y="55587"/>
                </a:lnTo>
                <a:lnTo>
                  <a:pt x="107410" y="92644"/>
                </a:lnTo>
                <a:lnTo>
                  <a:pt x="127039" y="92644"/>
                </a:lnTo>
                <a:cubicBezTo>
                  <a:pt x="132163" y="92644"/>
                  <a:pt x="136303" y="96784"/>
                  <a:pt x="136303" y="101909"/>
                </a:cubicBezTo>
                <a:cubicBezTo>
                  <a:pt x="136303" y="107033"/>
                  <a:pt x="132163" y="111173"/>
                  <a:pt x="127039" y="111173"/>
                </a:cubicBezTo>
                <a:lnTo>
                  <a:pt x="103414" y="111173"/>
                </a:lnTo>
                <a:lnTo>
                  <a:pt x="97045" y="140906"/>
                </a:lnTo>
                <a:cubicBezTo>
                  <a:pt x="95974" y="145915"/>
                  <a:pt x="91052" y="149100"/>
                  <a:pt x="86043" y="148028"/>
                </a:cubicBezTo>
                <a:cubicBezTo>
                  <a:pt x="81035" y="146957"/>
                  <a:pt x="77850" y="142035"/>
                  <a:pt x="78921" y="137027"/>
                </a:cubicBezTo>
                <a:lnTo>
                  <a:pt x="84451" y="111173"/>
                </a:lnTo>
                <a:lnTo>
                  <a:pt x="47828" y="111173"/>
                </a:lnTo>
                <a:lnTo>
                  <a:pt x="41458" y="140906"/>
                </a:lnTo>
                <a:cubicBezTo>
                  <a:pt x="40387" y="145915"/>
                  <a:pt x="35465" y="149100"/>
                  <a:pt x="30457" y="148028"/>
                </a:cubicBezTo>
                <a:cubicBezTo>
                  <a:pt x="25448" y="146957"/>
                  <a:pt x="22264" y="142035"/>
                  <a:pt x="23335" y="137027"/>
                </a:cubicBezTo>
                <a:lnTo>
                  <a:pt x="28893" y="111173"/>
                </a:lnTo>
                <a:lnTo>
                  <a:pt x="9264" y="111173"/>
                </a:lnTo>
                <a:cubicBezTo>
                  <a:pt x="4140" y="111173"/>
                  <a:pt x="0" y="107033"/>
                  <a:pt x="0" y="101909"/>
                </a:cubicBezTo>
                <a:cubicBezTo>
                  <a:pt x="0" y="96784"/>
                  <a:pt x="4140" y="92644"/>
                  <a:pt x="9264" y="92644"/>
                </a:cubicBezTo>
                <a:lnTo>
                  <a:pt x="32889" y="92644"/>
                </a:lnTo>
                <a:lnTo>
                  <a:pt x="40821" y="55587"/>
                </a:lnTo>
                <a:lnTo>
                  <a:pt x="21192" y="55587"/>
                </a:lnTo>
                <a:cubicBezTo>
                  <a:pt x="16068" y="55587"/>
                  <a:pt x="11928" y="51447"/>
                  <a:pt x="11928" y="46322"/>
                </a:cubicBezTo>
                <a:cubicBezTo>
                  <a:pt x="11928" y="41198"/>
                  <a:pt x="16068" y="37058"/>
                  <a:pt x="21192" y="37058"/>
                </a:cubicBezTo>
                <a:lnTo>
                  <a:pt x="44817" y="37058"/>
                </a:lnTo>
                <a:lnTo>
                  <a:pt x="51186" y="7325"/>
                </a:lnTo>
                <a:cubicBezTo>
                  <a:pt x="52228" y="2316"/>
                  <a:pt x="57150" y="-869"/>
                  <a:pt x="62159" y="203"/>
                </a:cubicBezTo>
                <a:close/>
                <a:moveTo>
                  <a:pt x="59756" y="55587"/>
                </a:moveTo>
                <a:lnTo>
                  <a:pt x="51823" y="92644"/>
                </a:lnTo>
                <a:lnTo>
                  <a:pt x="88446" y="92644"/>
                </a:lnTo>
                <a:lnTo>
                  <a:pt x="96379" y="55587"/>
                </a:lnTo>
                <a:lnTo>
                  <a:pt x="59756" y="55587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4" name="Text 12"/>
          <p:cNvSpPr/>
          <p:nvPr/>
        </p:nvSpPr>
        <p:spPr>
          <a:xfrm>
            <a:off x="926444" y="2223465"/>
            <a:ext cx="173245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ID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Unique identifier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5866" y="2594043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57775" y="2705216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0" y="18529"/>
                </a:moveTo>
                <a:cubicBezTo>
                  <a:pt x="0" y="13404"/>
                  <a:pt x="4140" y="9264"/>
                  <a:pt x="9264" y="9264"/>
                </a:cubicBezTo>
                <a:lnTo>
                  <a:pt x="37058" y="9264"/>
                </a:lnTo>
                <a:cubicBezTo>
                  <a:pt x="42182" y="9264"/>
                  <a:pt x="46322" y="13404"/>
                  <a:pt x="46322" y="18529"/>
                </a:cubicBezTo>
                <a:cubicBezTo>
                  <a:pt x="46322" y="23653"/>
                  <a:pt x="42182" y="27793"/>
                  <a:pt x="37058" y="27793"/>
                </a:cubicBezTo>
                <a:lnTo>
                  <a:pt x="32426" y="27793"/>
                </a:lnTo>
                <a:lnTo>
                  <a:pt x="32426" y="60219"/>
                </a:lnTo>
                <a:lnTo>
                  <a:pt x="97277" y="60219"/>
                </a:lnTo>
                <a:lnTo>
                  <a:pt x="97277" y="27793"/>
                </a:lnTo>
                <a:lnTo>
                  <a:pt x="92644" y="27793"/>
                </a:lnTo>
                <a:cubicBezTo>
                  <a:pt x="87520" y="27793"/>
                  <a:pt x="83380" y="23653"/>
                  <a:pt x="83380" y="18529"/>
                </a:cubicBezTo>
                <a:cubicBezTo>
                  <a:pt x="83380" y="13404"/>
                  <a:pt x="87520" y="9264"/>
                  <a:pt x="92644" y="9264"/>
                </a:cubicBezTo>
                <a:lnTo>
                  <a:pt x="120438" y="9264"/>
                </a:lnTo>
                <a:cubicBezTo>
                  <a:pt x="125562" y="9264"/>
                  <a:pt x="129702" y="13404"/>
                  <a:pt x="129702" y="18529"/>
                </a:cubicBezTo>
                <a:cubicBezTo>
                  <a:pt x="129702" y="23653"/>
                  <a:pt x="125562" y="27793"/>
                  <a:pt x="120438" y="27793"/>
                </a:cubicBezTo>
                <a:lnTo>
                  <a:pt x="115805" y="27793"/>
                </a:lnTo>
                <a:lnTo>
                  <a:pt x="115805" y="120438"/>
                </a:lnTo>
                <a:lnTo>
                  <a:pt x="120438" y="120438"/>
                </a:lnTo>
                <a:cubicBezTo>
                  <a:pt x="125562" y="120438"/>
                  <a:pt x="129702" y="124578"/>
                  <a:pt x="129702" y="129702"/>
                </a:cubicBezTo>
                <a:cubicBezTo>
                  <a:pt x="129702" y="134827"/>
                  <a:pt x="125562" y="138967"/>
                  <a:pt x="120438" y="138967"/>
                </a:cubicBezTo>
                <a:lnTo>
                  <a:pt x="92644" y="138967"/>
                </a:lnTo>
                <a:cubicBezTo>
                  <a:pt x="87520" y="138967"/>
                  <a:pt x="83380" y="134827"/>
                  <a:pt x="83380" y="129702"/>
                </a:cubicBezTo>
                <a:cubicBezTo>
                  <a:pt x="83380" y="124578"/>
                  <a:pt x="87520" y="120438"/>
                  <a:pt x="92644" y="120438"/>
                </a:cubicBezTo>
                <a:lnTo>
                  <a:pt x="97277" y="120438"/>
                </a:lnTo>
                <a:lnTo>
                  <a:pt x="97277" y="78748"/>
                </a:lnTo>
                <a:lnTo>
                  <a:pt x="32426" y="78748"/>
                </a:lnTo>
                <a:lnTo>
                  <a:pt x="32426" y="120438"/>
                </a:lnTo>
                <a:lnTo>
                  <a:pt x="37058" y="120438"/>
                </a:lnTo>
                <a:cubicBezTo>
                  <a:pt x="42182" y="120438"/>
                  <a:pt x="46322" y="124578"/>
                  <a:pt x="46322" y="129702"/>
                </a:cubicBezTo>
                <a:cubicBezTo>
                  <a:pt x="46322" y="134827"/>
                  <a:pt x="42182" y="138967"/>
                  <a:pt x="37058" y="138967"/>
                </a:cubicBezTo>
                <a:lnTo>
                  <a:pt x="9264" y="138967"/>
                </a:lnTo>
                <a:cubicBezTo>
                  <a:pt x="4140" y="138967"/>
                  <a:pt x="0" y="134827"/>
                  <a:pt x="0" y="129702"/>
                </a:cubicBezTo>
                <a:cubicBezTo>
                  <a:pt x="0" y="124578"/>
                  <a:pt x="4140" y="120438"/>
                  <a:pt x="9264" y="120438"/>
                </a:cubicBezTo>
                <a:lnTo>
                  <a:pt x="13897" y="120438"/>
                </a:lnTo>
                <a:lnTo>
                  <a:pt x="13897" y="27793"/>
                </a:lnTo>
                <a:lnTo>
                  <a:pt x="9264" y="27793"/>
                </a:lnTo>
                <a:cubicBezTo>
                  <a:pt x="4140" y="27793"/>
                  <a:pt x="0" y="23653"/>
                  <a:pt x="0" y="18529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7" name="Text 15"/>
          <p:cNvSpPr/>
          <p:nvPr/>
        </p:nvSpPr>
        <p:spPr>
          <a:xfrm>
            <a:off x="926444" y="2668158"/>
            <a:ext cx="188994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Title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Content headline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5866" y="3038736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7775" y="3149909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83380" y="18529"/>
                </a:moveTo>
                <a:cubicBezTo>
                  <a:pt x="83380" y="23653"/>
                  <a:pt x="79240" y="27793"/>
                  <a:pt x="74116" y="27793"/>
                </a:cubicBezTo>
                <a:lnTo>
                  <a:pt x="9264" y="27793"/>
                </a:lnTo>
                <a:cubicBezTo>
                  <a:pt x="4140" y="27793"/>
                  <a:pt x="0" y="23653"/>
                  <a:pt x="0" y="18529"/>
                </a:cubicBezTo>
                <a:cubicBezTo>
                  <a:pt x="0" y="13404"/>
                  <a:pt x="4140" y="9264"/>
                  <a:pt x="9264" y="9264"/>
                </a:cubicBezTo>
                <a:lnTo>
                  <a:pt x="74116" y="9264"/>
                </a:lnTo>
                <a:cubicBezTo>
                  <a:pt x="79240" y="9264"/>
                  <a:pt x="83380" y="13404"/>
                  <a:pt x="83380" y="18529"/>
                </a:cubicBezTo>
                <a:close/>
                <a:moveTo>
                  <a:pt x="83380" y="92644"/>
                </a:moveTo>
                <a:cubicBezTo>
                  <a:pt x="83380" y="97769"/>
                  <a:pt x="79240" y="101909"/>
                  <a:pt x="74116" y="101909"/>
                </a:cubicBezTo>
                <a:lnTo>
                  <a:pt x="9264" y="101909"/>
                </a:lnTo>
                <a:cubicBezTo>
                  <a:pt x="4140" y="101909"/>
                  <a:pt x="0" y="97769"/>
                  <a:pt x="0" y="92644"/>
                </a:cubicBezTo>
                <a:cubicBezTo>
                  <a:pt x="0" y="87520"/>
                  <a:pt x="4140" y="83380"/>
                  <a:pt x="9264" y="83380"/>
                </a:cubicBezTo>
                <a:lnTo>
                  <a:pt x="74116" y="83380"/>
                </a:lnTo>
                <a:cubicBezTo>
                  <a:pt x="79240" y="83380"/>
                  <a:pt x="83380" y="87520"/>
                  <a:pt x="83380" y="92644"/>
                </a:cubicBezTo>
                <a:close/>
                <a:moveTo>
                  <a:pt x="0" y="55587"/>
                </a:moveTo>
                <a:cubicBezTo>
                  <a:pt x="0" y="50462"/>
                  <a:pt x="4140" y="46322"/>
                  <a:pt x="9264" y="46322"/>
                </a:cubicBezTo>
                <a:lnTo>
                  <a:pt x="120438" y="46322"/>
                </a:lnTo>
                <a:cubicBezTo>
                  <a:pt x="125562" y="46322"/>
                  <a:pt x="129702" y="50462"/>
                  <a:pt x="129702" y="55587"/>
                </a:cubicBezTo>
                <a:cubicBezTo>
                  <a:pt x="129702" y="60711"/>
                  <a:pt x="125562" y="64851"/>
                  <a:pt x="120438" y="64851"/>
                </a:cubicBezTo>
                <a:lnTo>
                  <a:pt x="9264" y="64851"/>
                </a:lnTo>
                <a:cubicBezTo>
                  <a:pt x="4140" y="64851"/>
                  <a:pt x="0" y="60711"/>
                  <a:pt x="0" y="55587"/>
                </a:cubicBezTo>
                <a:close/>
                <a:moveTo>
                  <a:pt x="129702" y="129702"/>
                </a:moveTo>
                <a:cubicBezTo>
                  <a:pt x="129702" y="134827"/>
                  <a:pt x="125562" y="138967"/>
                  <a:pt x="120438" y="138967"/>
                </a:cubicBezTo>
                <a:lnTo>
                  <a:pt x="9264" y="138967"/>
                </a:lnTo>
                <a:cubicBezTo>
                  <a:pt x="4140" y="138967"/>
                  <a:pt x="0" y="134827"/>
                  <a:pt x="0" y="129702"/>
                </a:cubicBezTo>
                <a:cubicBezTo>
                  <a:pt x="0" y="124578"/>
                  <a:pt x="4140" y="120438"/>
                  <a:pt x="9264" y="120438"/>
                </a:cubicBezTo>
                <a:lnTo>
                  <a:pt x="120438" y="120438"/>
                </a:lnTo>
                <a:cubicBezTo>
                  <a:pt x="125562" y="120438"/>
                  <a:pt x="129702" y="124578"/>
                  <a:pt x="129702" y="129702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0" name="Text 18"/>
          <p:cNvSpPr/>
          <p:nvPr/>
        </p:nvSpPr>
        <p:spPr>
          <a:xfrm>
            <a:off x="926444" y="3112851"/>
            <a:ext cx="168612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Content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Text body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5866" y="3483429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8511" y="3594602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9409" y="27793"/>
                </a:moveTo>
                <a:lnTo>
                  <a:pt x="9409" y="71076"/>
                </a:lnTo>
                <a:cubicBezTo>
                  <a:pt x="9409" y="75997"/>
                  <a:pt x="11349" y="80716"/>
                  <a:pt x="14823" y="84191"/>
                </a:cubicBezTo>
                <a:lnTo>
                  <a:pt x="70410" y="139777"/>
                </a:lnTo>
                <a:cubicBezTo>
                  <a:pt x="77648" y="147015"/>
                  <a:pt x="89373" y="147015"/>
                  <a:pt x="96611" y="139777"/>
                </a:cubicBezTo>
                <a:lnTo>
                  <a:pt x="139893" y="96495"/>
                </a:lnTo>
                <a:cubicBezTo>
                  <a:pt x="147131" y="89257"/>
                  <a:pt x="147131" y="77532"/>
                  <a:pt x="139893" y="70294"/>
                </a:cubicBezTo>
                <a:lnTo>
                  <a:pt x="84306" y="14707"/>
                </a:lnTo>
                <a:cubicBezTo>
                  <a:pt x="80832" y="11204"/>
                  <a:pt x="76142" y="9264"/>
                  <a:pt x="71220" y="9264"/>
                </a:cubicBezTo>
                <a:lnTo>
                  <a:pt x="27938" y="9264"/>
                </a:lnTo>
                <a:cubicBezTo>
                  <a:pt x="17718" y="9264"/>
                  <a:pt x="9409" y="17573"/>
                  <a:pt x="9409" y="27793"/>
                </a:cubicBezTo>
                <a:close/>
                <a:moveTo>
                  <a:pt x="41835" y="32426"/>
                </a:moveTo>
                <a:cubicBezTo>
                  <a:pt x="46948" y="32426"/>
                  <a:pt x="51099" y="36577"/>
                  <a:pt x="51099" y="41690"/>
                </a:cubicBezTo>
                <a:cubicBezTo>
                  <a:pt x="51099" y="46803"/>
                  <a:pt x="46948" y="50954"/>
                  <a:pt x="41835" y="50954"/>
                </a:cubicBezTo>
                <a:cubicBezTo>
                  <a:pt x="36722" y="50954"/>
                  <a:pt x="32570" y="46803"/>
                  <a:pt x="32570" y="41690"/>
                </a:cubicBezTo>
                <a:cubicBezTo>
                  <a:pt x="32570" y="36577"/>
                  <a:pt x="36722" y="32426"/>
                  <a:pt x="41835" y="32426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3" name="Text 21"/>
          <p:cNvSpPr/>
          <p:nvPr/>
        </p:nvSpPr>
        <p:spPr>
          <a:xfrm>
            <a:off x="926444" y="3557544"/>
            <a:ext cx="196406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Type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Image, video, link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68031" y="1389666"/>
            <a:ext cx="5651307" cy="2649629"/>
          </a:xfrm>
          <a:custGeom>
            <a:avLst/>
            <a:gdLst/>
            <a:ahLst/>
            <a:cxnLst/>
            <a:rect l="l" t="t" r="r" b="b"/>
            <a:pathLst>
              <a:path w="5651307" h="2649629">
                <a:moveTo>
                  <a:pt x="37058" y="0"/>
                </a:moveTo>
                <a:lnTo>
                  <a:pt x="5614249" y="0"/>
                </a:lnTo>
                <a:cubicBezTo>
                  <a:pt x="5634716" y="0"/>
                  <a:pt x="5651307" y="16591"/>
                  <a:pt x="5651307" y="37058"/>
                </a:cubicBezTo>
                <a:lnTo>
                  <a:pt x="5651307" y="2538451"/>
                </a:lnTo>
                <a:cubicBezTo>
                  <a:pt x="5651307" y="2599853"/>
                  <a:pt x="5601531" y="2649629"/>
                  <a:pt x="5540129" y="2649629"/>
                </a:cubicBezTo>
                <a:lnTo>
                  <a:pt x="111178" y="2649629"/>
                </a:lnTo>
                <a:cubicBezTo>
                  <a:pt x="49776" y="2649629"/>
                  <a:pt x="0" y="2599853"/>
                  <a:pt x="0" y="253845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8967" dist="92644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8031" y="1389666"/>
            <a:ext cx="5651307" cy="37058"/>
          </a:xfrm>
          <a:custGeom>
            <a:avLst/>
            <a:gdLst/>
            <a:ahLst/>
            <a:cxnLst/>
            <a:rect l="l" t="t" r="r" b="b"/>
            <a:pathLst>
              <a:path w="5651307" h="37058">
                <a:moveTo>
                  <a:pt x="37058" y="0"/>
                </a:moveTo>
                <a:lnTo>
                  <a:pt x="5614249" y="0"/>
                </a:lnTo>
                <a:cubicBezTo>
                  <a:pt x="5634716" y="0"/>
                  <a:pt x="5651307" y="16591"/>
                  <a:pt x="5651307" y="37058"/>
                </a:cubicBezTo>
                <a:lnTo>
                  <a:pt x="5651307" y="37058"/>
                </a:lnTo>
                <a:lnTo>
                  <a:pt x="0" y="37058"/>
                </a:ln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3320" y="1593483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7" name="Shape 25"/>
          <p:cNvSpPr/>
          <p:nvPr/>
        </p:nvSpPr>
        <p:spPr>
          <a:xfrm>
            <a:off x="6483022" y="1723185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87216" y="31521"/>
                </a:moveTo>
                <a:lnTo>
                  <a:pt x="92644" y="39012"/>
                </a:lnTo>
                <a:lnTo>
                  <a:pt x="98073" y="31521"/>
                </a:lnTo>
                <a:cubicBezTo>
                  <a:pt x="107120" y="18999"/>
                  <a:pt x="121668" y="11581"/>
                  <a:pt x="137121" y="11581"/>
                </a:cubicBezTo>
                <a:cubicBezTo>
                  <a:pt x="163720" y="11581"/>
                  <a:pt x="185289" y="33149"/>
                  <a:pt x="185289" y="59748"/>
                </a:cubicBezTo>
                <a:lnTo>
                  <a:pt x="185289" y="60689"/>
                </a:lnTo>
                <a:cubicBezTo>
                  <a:pt x="185289" y="101294"/>
                  <a:pt x="134660" y="148448"/>
                  <a:pt x="108242" y="168606"/>
                </a:cubicBezTo>
                <a:cubicBezTo>
                  <a:pt x="103754" y="172007"/>
                  <a:pt x="98254" y="173708"/>
                  <a:pt x="92644" y="173708"/>
                </a:cubicBezTo>
                <a:cubicBezTo>
                  <a:pt x="87035" y="173708"/>
                  <a:pt x="81498" y="172044"/>
                  <a:pt x="77047" y="168606"/>
                </a:cubicBezTo>
                <a:cubicBezTo>
                  <a:pt x="50629" y="148448"/>
                  <a:pt x="0" y="101294"/>
                  <a:pt x="0" y="60689"/>
                </a:cubicBezTo>
                <a:lnTo>
                  <a:pt x="0" y="59748"/>
                </a:lnTo>
                <a:cubicBezTo>
                  <a:pt x="0" y="33149"/>
                  <a:pt x="21569" y="11581"/>
                  <a:pt x="48168" y="11581"/>
                </a:cubicBezTo>
                <a:cubicBezTo>
                  <a:pt x="63621" y="11581"/>
                  <a:pt x="78169" y="18999"/>
                  <a:pt x="87216" y="315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909186" y="1667599"/>
            <a:ext cx="2149350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Metrics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3320" y="2149350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5964" y="2260523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23161" y="46322"/>
                </a:moveTo>
                <a:cubicBezTo>
                  <a:pt x="28285" y="46322"/>
                  <a:pt x="32426" y="50462"/>
                  <a:pt x="32426" y="55587"/>
                </a:cubicBezTo>
                <a:lnTo>
                  <a:pt x="32426" y="129702"/>
                </a:lnTo>
                <a:cubicBezTo>
                  <a:pt x="32426" y="134827"/>
                  <a:pt x="28285" y="138967"/>
                  <a:pt x="23161" y="138967"/>
                </a:cubicBezTo>
                <a:lnTo>
                  <a:pt x="9264" y="138967"/>
                </a:lnTo>
                <a:cubicBezTo>
                  <a:pt x="4140" y="138967"/>
                  <a:pt x="0" y="134827"/>
                  <a:pt x="0" y="129702"/>
                </a:cubicBezTo>
                <a:lnTo>
                  <a:pt x="0" y="55587"/>
                </a:lnTo>
                <a:cubicBezTo>
                  <a:pt x="0" y="50462"/>
                  <a:pt x="4140" y="46322"/>
                  <a:pt x="9264" y="46322"/>
                </a:cubicBezTo>
                <a:lnTo>
                  <a:pt x="23161" y="46322"/>
                </a:lnTo>
                <a:close/>
                <a:moveTo>
                  <a:pt x="78342" y="4632"/>
                </a:moveTo>
                <a:cubicBezTo>
                  <a:pt x="86246" y="4632"/>
                  <a:pt x="92644" y="11030"/>
                  <a:pt x="92644" y="18934"/>
                </a:cubicBezTo>
                <a:lnTo>
                  <a:pt x="92644" y="20150"/>
                </a:lnTo>
                <a:cubicBezTo>
                  <a:pt x="92644" y="22119"/>
                  <a:pt x="92268" y="24088"/>
                  <a:pt x="91544" y="25911"/>
                </a:cubicBezTo>
                <a:lnTo>
                  <a:pt x="83380" y="46322"/>
                </a:lnTo>
                <a:lnTo>
                  <a:pt x="129702" y="46322"/>
                </a:lnTo>
                <a:cubicBezTo>
                  <a:pt x="137374" y="46322"/>
                  <a:pt x="143599" y="52547"/>
                  <a:pt x="143599" y="60219"/>
                </a:cubicBezTo>
                <a:cubicBezTo>
                  <a:pt x="143599" y="65922"/>
                  <a:pt x="140154" y="70815"/>
                  <a:pt x="135232" y="72957"/>
                </a:cubicBezTo>
                <a:cubicBezTo>
                  <a:pt x="140154" y="75100"/>
                  <a:pt x="143599" y="79993"/>
                  <a:pt x="143599" y="85696"/>
                </a:cubicBezTo>
                <a:cubicBezTo>
                  <a:pt x="143599" y="92471"/>
                  <a:pt x="138735" y="98116"/>
                  <a:pt x="132308" y="99332"/>
                </a:cubicBezTo>
                <a:cubicBezTo>
                  <a:pt x="133582" y="101446"/>
                  <a:pt x="134334" y="103906"/>
                  <a:pt x="134334" y="106541"/>
                </a:cubicBezTo>
                <a:cubicBezTo>
                  <a:pt x="134334" y="112968"/>
                  <a:pt x="129992" y="118353"/>
                  <a:pt x="124086" y="119946"/>
                </a:cubicBezTo>
                <a:cubicBezTo>
                  <a:pt x="124722" y="121538"/>
                  <a:pt x="125070" y="123275"/>
                  <a:pt x="125070" y="125070"/>
                </a:cubicBezTo>
                <a:cubicBezTo>
                  <a:pt x="125070" y="132742"/>
                  <a:pt x="118845" y="138967"/>
                  <a:pt x="111173" y="138967"/>
                </a:cubicBezTo>
                <a:lnTo>
                  <a:pt x="85725" y="138967"/>
                </a:lnTo>
                <a:cubicBezTo>
                  <a:pt x="75216" y="138967"/>
                  <a:pt x="64996" y="135377"/>
                  <a:pt x="56803" y="128805"/>
                </a:cubicBezTo>
                <a:lnTo>
                  <a:pt x="53271" y="125996"/>
                </a:lnTo>
                <a:cubicBezTo>
                  <a:pt x="48870" y="122493"/>
                  <a:pt x="46322" y="117166"/>
                  <a:pt x="46322" y="111521"/>
                </a:cubicBezTo>
                <a:lnTo>
                  <a:pt x="46322" y="57497"/>
                </a:lnTo>
                <a:cubicBezTo>
                  <a:pt x="46322" y="53184"/>
                  <a:pt x="47335" y="48928"/>
                  <a:pt x="49246" y="45077"/>
                </a:cubicBezTo>
                <a:lnTo>
                  <a:pt x="65517" y="12536"/>
                </a:lnTo>
                <a:cubicBezTo>
                  <a:pt x="67949" y="7701"/>
                  <a:pt x="72900" y="4632"/>
                  <a:pt x="78342" y="4632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1" name="Text 29"/>
          <p:cNvSpPr/>
          <p:nvPr/>
        </p:nvSpPr>
        <p:spPr>
          <a:xfrm>
            <a:off x="6723897" y="2223465"/>
            <a:ext cx="151010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Likes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Total like count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3320" y="2594043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445964" y="2705216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148231" y="69483"/>
                </a:moveTo>
                <a:cubicBezTo>
                  <a:pt x="148231" y="107844"/>
                  <a:pt x="115053" y="138967"/>
                  <a:pt x="74116" y="138967"/>
                </a:cubicBezTo>
                <a:cubicBezTo>
                  <a:pt x="63375" y="138967"/>
                  <a:pt x="53184" y="136824"/>
                  <a:pt x="43977" y="132974"/>
                </a:cubicBezTo>
                <a:lnTo>
                  <a:pt x="9699" y="147681"/>
                </a:lnTo>
                <a:cubicBezTo>
                  <a:pt x="6977" y="148839"/>
                  <a:pt x="3851" y="148173"/>
                  <a:pt x="1853" y="146002"/>
                </a:cubicBezTo>
                <a:cubicBezTo>
                  <a:pt x="-145" y="143830"/>
                  <a:pt x="-579" y="140646"/>
                  <a:pt x="811" y="138040"/>
                </a:cubicBezTo>
                <a:lnTo>
                  <a:pt x="14939" y="111347"/>
                </a:lnTo>
                <a:cubicBezTo>
                  <a:pt x="5559" y="99680"/>
                  <a:pt x="0" y="85204"/>
                  <a:pt x="0" y="69483"/>
                </a:cubicBezTo>
                <a:cubicBezTo>
                  <a:pt x="0" y="31123"/>
                  <a:pt x="33178" y="0"/>
                  <a:pt x="74116" y="0"/>
                </a:cubicBezTo>
                <a:cubicBezTo>
                  <a:pt x="115053" y="0"/>
                  <a:pt x="148231" y="31123"/>
                  <a:pt x="148231" y="69483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4" name="Text 32"/>
          <p:cNvSpPr/>
          <p:nvPr/>
        </p:nvSpPr>
        <p:spPr>
          <a:xfrm>
            <a:off x="6723897" y="2668158"/>
            <a:ext cx="207523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Comments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Comment volume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3320" y="3038736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445964" y="3149909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89112" y="5327"/>
                </a:moveTo>
                <a:cubicBezTo>
                  <a:pt x="85638" y="6775"/>
                  <a:pt x="83380" y="10133"/>
                  <a:pt x="83380" y="13897"/>
                </a:cubicBezTo>
                <a:lnTo>
                  <a:pt x="83380" y="37058"/>
                </a:lnTo>
                <a:lnTo>
                  <a:pt x="50954" y="37058"/>
                </a:lnTo>
                <a:cubicBezTo>
                  <a:pt x="22814" y="37058"/>
                  <a:pt x="0" y="59871"/>
                  <a:pt x="0" y="88012"/>
                </a:cubicBezTo>
                <a:cubicBezTo>
                  <a:pt x="0" y="120814"/>
                  <a:pt x="23595" y="135463"/>
                  <a:pt x="29009" y="138416"/>
                </a:cubicBezTo>
                <a:cubicBezTo>
                  <a:pt x="29733" y="138822"/>
                  <a:pt x="30544" y="138967"/>
                  <a:pt x="31354" y="138967"/>
                </a:cubicBezTo>
                <a:cubicBezTo>
                  <a:pt x="34510" y="138967"/>
                  <a:pt x="37058" y="136390"/>
                  <a:pt x="37058" y="133263"/>
                </a:cubicBezTo>
                <a:cubicBezTo>
                  <a:pt x="37058" y="131092"/>
                  <a:pt x="35813" y="129094"/>
                  <a:pt x="34221" y="127618"/>
                </a:cubicBezTo>
                <a:cubicBezTo>
                  <a:pt x="31499" y="125070"/>
                  <a:pt x="27793" y="119974"/>
                  <a:pt x="27793" y="111202"/>
                </a:cubicBezTo>
                <a:cubicBezTo>
                  <a:pt x="27793" y="95858"/>
                  <a:pt x="40242" y="83409"/>
                  <a:pt x="55587" y="83409"/>
                </a:cubicBezTo>
                <a:lnTo>
                  <a:pt x="83380" y="83409"/>
                </a:lnTo>
                <a:lnTo>
                  <a:pt x="83380" y="106570"/>
                </a:lnTo>
                <a:cubicBezTo>
                  <a:pt x="83380" y="110305"/>
                  <a:pt x="85638" y="113692"/>
                  <a:pt x="89112" y="115140"/>
                </a:cubicBezTo>
                <a:cubicBezTo>
                  <a:pt x="92586" y="116587"/>
                  <a:pt x="96553" y="115777"/>
                  <a:pt x="99216" y="113142"/>
                </a:cubicBezTo>
                <a:lnTo>
                  <a:pt x="145539" y="66820"/>
                </a:lnTo>
                <a:cubicBezTo>
                  <a:pt x="149157" y="63201"/>
                  <a:pt x="149157" y="57324"/>
                  <a:pt x="145539" y="53705"/>
                </a:cubicBezTo>
                <a:lnTo>
                  <a:pt x="99216" y="7383"/>
                </a:lnTo>
                <a:cubicBezTo>
                  <a:pt x="96553" y="4719"/>
                  <a:pt x="92586" y="3937"/>
                  <a:pt x="89112" y="5385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7" name="Text 35"/>
          <p:cNvSpPr/>
          <p:nvPr/>
        </p:nvSpPr>
        <p:spPr>
          <a:xfrm>
            <a:off x="6723897" y="3112851"/>
            <a:ext cx="170465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Shares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Share frequency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3320" y="3483429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9" name="Shape 37"/>
          <p:cNvSpPr/>
          <p:nvPr/>
        </p:nvSpPr>
        <p:spPr>
          <a:xfrm>
            <a:off x="6445964" y="3594602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18529" y="18529"/>
                </a:moveTo>
                <a:cubicBezTo>
                  <a:pt x="18529" y="13404"/>
                  <a:pt x="14389" y="9264"/>
                  <a:pt x="9264" y="9264"/>
                </a:cubicBezTo>
                <a:cubicBezTo>
                  <a:pt x="4140" y="9264"/>
                  <a:pt x="0" y="13404"/>
                  <a:pt x="0" y="18529"/>
                </a:cubicBezTo>
                <a:lnTo>
                  <a:pt x="0" y="115805"/>
                </a:lnTo>
                <a:cubicBezTo>
                  <a:pt x="0" y="128602"/>
                  <a:pt x="10365" y="138967"/>
                  <a:pt x="23161" y="138967"/>
                </a:cubicBezTo>
                <a:lnTo>
                  <a:pt x="138967" y="138967"/>
                </a:lnTo>
                <a:cubicBezTo>
                  <a:pt x="144091" y="138967"/>
                  <a:pt x="148231" y="134827"/>
                  <a:pt x="148231" y="129702"/>
                </a:cubicBezTo>
                <a:cubicBezTo>
                  <a:pt x="148231" y="124578"/>
                  <a:pt x="144091" y="120438"/>
                  <a:pt x="138967" y="120438"/>
                </a:cubicBezTo>
                <a:lnTo>
                  <a:pt x="23161" y="120438"/>
                </a:lnTo>
                <a:cubicBezTo>
                  <a:pt x="20613" y="120438"/>
                  <a:pt x="18529" y="118353"/>
                  <a:pt x="18529" y="115805"/>
                </a:cubicBezTo>
                <a:lnTo>
                  <a:pt x="18529" y="18529"/>
                </a:lnTo>
                <a:close/>
                <a:moveTo>
                  <a:pt x="136245" y="43601"/>
                </a:moveTo>
                <a:cubicBezTo>
                  <a:pt x="139864" y="39982"/>
                  <a:pt x="139864" y="34105"/>
                  <a:pt x="136245" y="30486"/>
                </a:cubicBezTo>
                <a:cubicBezTo>
                  <a:pt x="132626" y="26867"/>
                  <a:pt x="126749" y="26867"/>
                  <a:pt x="123130" y="30486"/>
                </a:cubicBezTo>
                <a:lnTo>
                  <a:pt x="92644" y="61001"/>
                </a:lnTo>
                <a:lnTo>
                  <a:pt x="76026" y="44411"/>
                </a:lnTo>
                <a:cubicBezTo>
                  <a:pt x="72407" y="40792"/>
                  <a:pt x="66530" y="40792"/>
                  <a:pt x="62911" y="44411"/>
                </a:cubicBezTo>
                <a:lnTo>
                  <a:pt x="35118" y="72205"/>
                </a:lnTo>
                <a:cubicBezTo>
                  <a:pt x="31499" y="75824"/>
                  <a:pt x="31499" y="81701"/>
                  <a:pt x="35118" y="85320"/>
                </a:cubicBezTo>
                <a:cubicBezTo>
                  <a:pt x="38737" y="88939"/>
                  <a:pt x="44614" y="88939"/>
                  <a:pt x="48233" y="85320"/>
                </a:cubicBezTo>
                <a:lnTo>
                  <a:pt x="69483" y="64069"/>
                </a:lnTo>
                <a:lnTo>
                  <a:pt x="86101" y="80687"/>
                </a:lnTo>
                <a:cubicBezTo>
                  <a:pt x="89720" y="84306"/>
                  <a:pt x="95597" y="84306"/>
                  <a:pt x="99216" y="80687"/>
                </a:cubicBezTo>
                <a:lnTo>
                  <a:pt x="136274" y="43630"/>
                </a:ln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40" name="Text 38"/>
          <p:cNvSpPr/>
          <p:nvPr/>
        </p:nvSpPr>
        <p:spPr>
          <a:xfrm>
            <a:off x="6723897" y="3557544"/>
            <a:ext cx="248286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Engagement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Aggregated score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70578" y="4206055"/>
            <a:ext cx="5651307" cy="2649629"/>
          </a:xfrm>
          <a:custGeom>
            <a:avLst/>
            <a:gdLst/>
            <a:ahLst/>
            <a:cxnLst/>
            <a:rect l="l" t="t" r="r" b="b"/>
            <a:pathLst>
              <a:path w="5651307" h="2649629">
                <a:moveTo>
                  <a:pt x="37058" y="0"/>
                </a:moveTo>
                <a:lnTo>
                  <a:pt x="5614249" y="0"/>
                </a:lnTo>
                <a:cubicBezTo>
                  <a:pt x="5634716" y="0"/>
                  <a:pt x="5651307" y="16591"/>
                  <a:pt x="5651307" y="37058"/>
                </a:cubicBezTo>
                <a:lnTo>
                  <a:pt x="5651307" y="2538451"/>
                </a:lnTo>
                <a:cubicBezTo>
                  <a:pt x="5651307" y="2599853"/>
                  <a:pt x="5601531" y="2649629"/>
                  <a:pt x="5540129" y="2649629"/>
                </a:cubicBezTo>
                <a:lnTo>
                  <a:pt x="111178" y="2649629"/>
                </a:lnTo>
                <a:cubicBezTo>
                  <a:pt x="49776" y="2649629"/>
                  <a:pt x="0" y="2599853"/>
                  <a:pt x="0" y="253845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8967" dist="92644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70578" y="4206055"/>
            <a:ext cx="5651307" cy="37058"/>
          </a:xfrm>
          <a:custGeom>
            <a:avLst/>
            <a:gdLst/>
            <a:ahLst/>
            <a:cxnLst/>
            <a:rect l="l" t="t" r="r" b="b"/>
            <a:pathLst>
              <a:path w="5651307" h="37058">
                <a:moveTo>
                  <a:pt x="37058" y="0"/>
                </a:moveTo>
                <a:lnTo>
                  <a:pt x="5614249" y="0"/>
                </a:lnTo>
                <a:cubicBezTo>
                  <a:pt x="5634716" y="0"/>
                  <a:pt x="5651307" y="16591"/>
                  <a:pt x="5651307" y="37058"/>
                </a:cubicBezTo>
                <a:lnTo>
                  <a:pt x="5651307" y="37058"/>
                </a:lnTo>
                <a:lnTo>
                  <a:pt x="0" y="37058"/>
                </a:ln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43" name="Shape 41"/>
          <p:cNvSpPr/>
          <p:nvPr/>
        </p:nvSpPr>
        <p:spPr>
          <a:xfrm>
            <a:off x="555866" y="4409872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568" y="4539574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92644" y="185289"/>
                </a:moveTo>
                <a:cubicBezTo>
                  <a:pt x="143776" y="185289"/>
                  <a:pt x="185289" y="143776"/>
                  <a:pt x="185289" y="92644"/>
                </a:cubicBezTo>
                <a:cubicBezTo>
                  <a:pt x="185289" y="41513"/>
                  <a:pt x="143776" y="0"/>
                  <a:pt x="92644" y="0"/>
                </a:cubicBezTo>
                <a:cubicBezTo>
                  <a:pt x="41513" y="0"/>
                  <a:pt x="0" y="41513"/>
                  <a:pt x="0" y="92644"/>
                </a:cubicBezTo>
                <a:cubicBezTo>
                  <a:pt x="0" y="143776"/>
                  <a:pt x="41513" y="185289"/>
                  <a:pt x="92644" y="185289"/>
                </a:cubicBezTo>
                <a:close/>
                <a:moveTo>
                  <a:pt x="59857" y="116493"/>
                </a:moveTo>
                <a:cubicBezTo>
                  <a:pt x="67240" y="126626"/>
                  <a:pt x="79182" y="133176"/>
                  <a:pt x="92644" y="133176"/>
                </a:cubicBezTo>
                <a:cubicBezTo>
                  <a:pt x="106107" y="133176"/>
                  <a:pt x="118049" y="126626"/>
                  <a:pt x="125432" y="116493"/>
                </a:cubicBezTo>
                <a:cubicBezTo>
                  <a:pt x="128255" y="112621"/>
                  <a:pt x="133683" y="111752"/>
                  <a:pt x="137555" y="114575"/>
                </a:cubicBezTo>
                <a:cubicBezTo>
                  <a:pt x="141427" y="117398"/>
                  <a:pt x="142296" y="122826"/>
                  <a:pt x="139473" y="126698"/>
                </a:cubicBezTo>
                <a:cubicBezTo>
                  <a:pt x="128942" y="141138"/>
                  <a:pt x="111897" y="150547"/>
                  <a:pt x="92644" y="150547"/>
                </a:cubicBezTo>
                <a:cubicBezTo>
                  <a:pt x="73392" y="150547"/>
                  <a:pt x="56347" y="141138"/>
                  <a:pt x="45816" y="126698"/>
                </a:cubicBezTo>
                <a:cubicBezTo>
                  <a:pt x="42993" y="122826"/>
                  <a:pt x="43861" y="117398"/>
                  <a:pt x="47734" y="114575"/>
                </a:cubicBezTo>
                <a:cubicBezTo>
                  <a:pt x="51606" y="111752"/>
                  <a:pt x="57034" y="112621"/>
                  <a:pt x="59857" y="116493"/>
                </a:cubicBezTo>
                <a:close/>
                <a:moveTo>
                  <a:pt x="52112" y="75274"/>
                </a:moveTo>
                <a:cubicBezTo>
                  <a:pt x="52112" y="68882"/>
                  <a:pt x="57302" y="63693"/>
                  <a:pt x="63693" y="63693"/>
                </a:cubicBezTo>
                <a:cubicBezTo>
                  <a:pt x="70084" y="63693"/>
                  <a:pt x="75274" y="68882"/>
                  <a:pt x="75274" y="75274"/>
                </a:cubicBezTo>
                <a:cubicBezTo>
                  <a:pt x="75274" y="81665"/>
                  <a:pt x="70084" y="86854"/>
                  <a:pt x="63693" y="86854"/>
                </a:cubicBezTo>
                <a:cubicBezTo>
                  <a:pt x="57302" y="86854"/>
                  <a:pt x="52112" y="81665"/>
                  <a:pt x="52112" y="75274"/>
                </a:cubicBezTo>
                <a:close/>
                <a:moveTo>
                  <a:pt x="121596" y="63693"/>
                </a:moveTo>
                <a:cubicBezTo>
                  <a:pt x="127987" y="63693"/>
                  <a:pt x="133176" y="68882"/>
                  <a:pt x="133176" y="75274"/>
                </a:cubicBezTo>
                <a:cubicBezTo>
                  <a:pt x="133176" y="81665"/>
                  <a:pt x="127987" y="86854"/>
                  <a:pt x="121596" y="86854"/>
                </a:cubicBezTo>
                <a:cubicBezTo>
                  <a:pt x="115204" y="86854"/>
                  <a:pt x="110015" y="81665"/>
                  <a:pt x="110015" y="75274"/>
                </a:cubicBezTo>
                <a:cubicBezTo>
                  <a:pt x="110015" y="68882"/>
                  <a:pt x="115204" y="63693"/>
                  <a:pt x="121596" y="636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1111733" y="4483988"/>
            <a:ext cx="176950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Reaction Metrics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55866" y="4965739"/>
            <a:ext cx="2603307" cy="370578"/>
          </a:xfrm>
          <a:custGeom>
            <a:avLst/>
            <a:gdLst/>
            <a:ahLst/>
            <a:cxnLst/>
            <a:rect l="l" t="t" r="r" b="b"/>
            <a:pathLst>
              <a:path w="2603307" h="370578">
                <a:moveTo>
                  <a:pt x="74116" y="0"/>
                </a:moveTo>
                <a:lnTo>
                  <a:pt x="2529191" y="0"/>
                </a:lnTo>
                <a:cubicBezTo>
                  <a:pt x="2570124" y="0"/>
                  <a:pt x="2603307" y="33183"/>
                  <a:pt x="2603307" y="74116"/>
                </a:cubicBezTo>
                <a:lnTo>
                  <a:pt x="2603307" y="296462"/>
                </a:lnTo>
                <a:cubicBezTo>
                  <a:pt x="2603307" y="337395"/>
                  <a:pt x="2570124" y="370578"/>
                  <a:pt x="2529191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7" name="Shape 45"/>
          <p:cNvSpPr/>
          <p:nvPr/>
        </p:nvSpPr>
        <p:spPr>
          <a:xfrm>
            <a:off x="648511" y="5086176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1051" y="22065"/>
                </a:moveTo>
                <a:lnTo>
                  <a:pt x="64851" y="27308"/>
                </a:lnTo>
                <a:lnTo>
                  <a:pt x="68651" y="22065"/>
                </a:lnTo>
                <a:cubicBezTo>
                  <a:pt x="74984" y="13300"/>
                  <a:pt x="85168" y="8106"/>
                  <a:pt x="95985" y="8106"/>
                </a:cubicBezTo>
                <a:cubicBezTo>
                  <a:pt x="114604" y="8106"/>
                  <a:pt x="129702" y="23205"/>
                  <a:pt x="129702" y="41824"/>
                </a:cubicBezTo>
                <a:lnTo>
                  <a:pt x="129702" y="42483"/>
                </a:lnTo>
                <a:cubicBezTo>
                  <a:pt x="129702" y="70906"/>
                  <a:pt x="94262" y="103914"/>
                  <a:pt x="75769" y="118024"/>
                </a:cubicBezTo>
                <a:cubicBezTo>
                  <a:pt x="72628" y="120405"/>
                  <a:pt x="68778" y="121596"/>
                  <a:pt x="64851" y="121596"/>
                </a:cubicBezTo>
                <a:cubicBezTo>
                  <a:pt x="60925" y="121596"/>
                  <a:pt x="57049" y="120430"/>
                  <a:pt x="53933" y="118024"/>
                </a:cubicBezTo>
                <a:cubicBezTo>
                  <a:pt x="35440" y="103914"/>
                  <a:pt x="0" y="70906"/>
                  <a:pt x="0" y="42483"/>
                </a:cubicBezTo>
                <a:lnTo>
                  <a:pt x="0" y="41824"/>
                </a:lnTo>
                <a:cubicBezTo>
                  <a:pt x="0" y="23205"/>
                  <a:pt x="15098" y="8106"/>
                  <a:pt x="33717" y="8106"/>
                </a:cubicBezTo>
                <a:cubicBezTo>
                  <a:pt x="44534" y="8106"/>
                  <a:pt x="54718" y="13300"/>
                  <a:pt x="61051" y="22065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8" name="Text 46"/>
          <p:cNvSpPr/>
          <p:nvPr/>
        </p:nvSpPr>
        <p:spPr>
          <a:xfrm>
            <a:off x="866225" y="5069500"/>
            <a:ext cx="383200" cy="1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Love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32247" y="4965739"/>
            <a:ext cx="2603307" cy="370578"/>
          </a:xfrm>
          <a:custGeom>
            <a:avLst/>
            <a:gdLst/>
            <a:ahLst/>
            <a:cxnLst/>
            <a:rect l="l" t="t" r="r" b="b"/>
            <a:pathLst>
              <a:path w="2603307" h="370578">
                <a:moveTo>
                  <a:pt x="74116" y="0"/>
                </a:moveTo>
                <a:lnTo>
                  <a:pt x="2529191" y="0"/>
                </a:lnTo>
                <a:cubicBezTo>
                  <a:pt x="2570124" y="0"/>
                  <a:pt x="2603307" y="33183"/>
                  <a:pt x="2603307" y="74116"/>
                </a:cubicBezTo>
                <a:lnTo>
                  <a:pt x="2603307" y="296462"/>
                </a:lnTo>
                <a:cubicBezTo>
                  <a:pt x="2603307" y="337395"/>
                  <a:pt x="2570124" y="370578"/>
                  <a:pt x="2529191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0" name="Shape 48"/>
          <p:cNvSpPr/>
          <p:nvPr/>
        </p:nvSpPr>
        <p:spPr>
          <a:xfrm>
            <a:off x="3324891" y="5086176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44585" y="44585"/>
                </a:moveTo>
                <a:cubicBezTo>
                  <a:pt x="49059" y="44585"/>
                  <a:pt x="52691" y="48217"/>
                  <a:pt x="52691" y="52691"/>
                </a:cubicBezTo>
                <a:cubicBezTo>
                  <a:pt x="52691" y="57166"/>
                  <a:pt x="49059" y="60798"/>
                  <a:pt x="44585" y="60798"/>
                </a:cubicBezTo>
                <a:cubicBezTo>
                  <a:pt x="40111" y="60798"/>
                  <a:pt x="36479" y="57166"/>
                  <a:pt x="36479" y="52691"/>
                </a:cubicBezTo>
                <a:cubicBezTo>
                  <a:pt x="36479" y="48217"/>
                  <a:pt x="40111" y="44585"/>
                  <a:pt x="44585" y="44585"/>
                </a:cubicBezTo>
                <a:close/>
                <a:moveTo>
                  <a:pt x="77011" y="52691"/>
                </a:moveTo>
                <a:cubicBezTo>
                  <a:pt x="77011" y="48217"/>
                  <a:pt x="80643" y="44585"/>
                  <a:pt x="85117" y="44585"/>
                </a:cubicBezTo>
                <a:cubicBezTo>
                  <a:pt x="89591" y="44585"/>
                  <a:pt x="93223" y="48217"/>
                  <a:pt x="93223" y="52691"/>
                </a:cubicBezTo>
                <a:cubicBezTo>
                  <a:pt x="93223" y="57166"/>
                  <a:pt x="89591" y="60798"/>
                  <a:pt x="85117" y="60798"/>
                </a:cubicBezTo>
                <a:cubicBezTo>
                  <a:pt x="80643" y="60798"/>
                  <a:pt x="77011" y="57166"/>
                  <a:pt x="77011" y="52691"/>
                </a:cubicBezTo>
                <a:close/>
                <a:moveTo>
                  <a:pt x="64851" y="72957"/>
                </a:moveTo>
                <a:cubicBezTo>
                  <a:pt x="73799" y="72957"/>
                  <a:pt x="81064" y="80222"/>
                  <a:pt x="81064" y="89170"/>
                </a:cubicBezTo>
                <a:cubicBezTo>
                  <a:pt x="81064" y="98118"/>
                  <a:pt x="73799" y="105383"/>
                  <a:pt x="64851" y="105383"/>
                </a:cubicBezTo>
                <a:cubicBezTo>
                  <a:pt x="55903" y="105383"/>
                  <a:pt x="48638" y="98118"/>
                  <a:pt x="48638" y="89170"/>
                </a:cubicBezTo>
                <a:cubicBezTo>
                  <a:pt x="48638" y="80222"/>
                  <a:pt x="55903" y="72957"/>
                  <a:pt x="64851" y="72957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51" name="Text 49"/>
          <p:cNvSpPr/>
          <p:nvPr/>
        </p:nvSpPr>
        <p:spPr>
          <a:xfrm>
            <a:off x="3542605" y="5069500"/>
            <a:ext cx="439366" cy="1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Wow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55866" y="5410432"/>
            <a:ext cx="2603307" cy="370578"/>
          </a:xfrm>
          <a:custGeom>
            <a:avLst/>
            <a:gdLst/>
            <a:ahLst/>
            <a:cxnLst/>
            <a:rect l="l" t="t" r="r" b="b"/>
            <a:pathLst>
              <a:path w="2603307" h="370578">
                <a:moveTo>
                  <a:pt x="74116" y="0"/>
                </a:moveTo>
                <a:lnTo>
                  <a:pt x="2529191" y="0"/>
                </a:lnTo>
                <a:cubicBezTo>
                  <a:pt x="2570124" y="0"/>
                  <a:pt x="2603307" y="33183"/>
                  <a:pt x="2603307" y="74116"/>
                </a:cubicBezTo>
                <a:lnTo>
                  <a:pt x="2603307" y="296462"/>
                </a:lnTo>
                <a:cubicBezTo>
                  <a:pt x="2603307" y="337395"/>
                  <a:pt x="2570124" y="370578"/>
                  <a:pt x="2529191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3" name="Shape 51"/>
          <p:cNvSpPr/>
          <p:nvPr/>
        </p:nvSpPr>
        <p:spPr>
          <a:xfrm>
            <a:off x="648511" y="5530869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25738" y="79544"/>
                </a:moveTo>
                <a:cubicBezTo>
                  <a:pt x="24800" y="76073"/>
                  <a:pt x="27638" y="72957"/>
                  <a:pt x="31235" y="72957"/>
                </a:cubicBezTo>
                <a:lnTo>
                  <a:pt x="98467" y="72957"/>
                </a:lnTo>
                <a:cubicBezTo>
                  <a:pt x="102064" y="72957"/>
                  <a:pt x="104902" y="76073"/>
                  <a:pt x="103964" y="79544"/>
                </a:cubicBezTo>
                <a:cubicBezTo>
                  <a:pt x="99278" y="96770"/>
                  <a:pt x="83546" y="109436"/>
                  <a:pt x="64851" y="109436"/>
                </a:cubicBezTo>
                <a:cubicBezTo>
                  <a:pt x="46156" y="109436"/>
                  <a:pt x="30399" y="96770"/>
                  <a:pt x="25738" y="79544"/>
                </a:cubicBezTo>
                <a:close/>
                <a:moveTo>
                  <a:pt x="44585" y="41545"/>
                </a:moveTo>
                <a:cubicBezTo>
                  <a:pt x="40659" y="41545"/>
                  <a:pt x="37492" y="44712"/>
                  <a:pt x="37492" y="48638"/>
                </a:cubicBezTo>
                <a:lnTo>
                  <a:pt x="37492" y="50665"/>
                </a:lnTo>
                <a:cubicBezTo>
                  <a:pt x="37492" y="53451"/>
                  <a:pt x="35212" y="55731"/>
                  <a:pt x="32426" y="55731"/>
                </a:cubicBezTo>
                <a:cubicBezTo>
                  <a:pt x="29639" y="55731"/>
                  <a:pt x="27359" y="53451"/>
                  <a:pt x="27359" y="50665"/>
                </a:cubicBezTo>
                <a:lnTo>
                  <a:pt x="27359" y="48638"/>
                </a:lnTo>
                <a:cubicBezTo>
                  <a:pt x="27359" y="39113"/>
                  <a:pt x="35060" y="31412"/>
                  <a:pt x="44585" y="31412"/>
                </a:cubicBezTo>
                <a:cubicBezTo>
                  <a:pt x="54110" y="31412"/>
                  <a:pt x="61811" y="39113"/>
                  <a:pt x="61811" y="48638"/>
                </a:cubicBezTo>
                <a:lnTo>
                  <a:pt x="61811" y="50665"/>
                </a:lnTo>
                <a:cubicBezTo>
                  <a:pt x="61811" y="53451"/>
                  <a:pt x="59531" y="55731"/>
                  <a:pt x="56745" y="55731"/>
                </a:cubicBezTo>
                <a:cubicBezTo>
                  <a:pt x="53958" y="55731"/>
                  <a:pt x="51678" y="53451"/>
                  <a:pt x="51678" y="50665"/>
                </a:cubicBezTo>
                <a:lnTo>
                  <a:pt x="51678" y="48638"/>
                </a:lnTo>
                <a:cubicBezTo>
                  <a:pt x="51678" y="44712"/>
                  <a:pt x="48512" y="41545"/>
                  <a:pt x="44585" y="41545"/>
                </a:cubicBezTo>
                <a:close/>
                <a:moveTo>
                  <a:pt x="78024" y="48638"/>
                </a:moveTo>
                <a:lnTo>
                  <a:pt x="78024" y="50665"/>
                </a:lnTo>
                <a:cubicBezTo>
                  <a:pt x="78024" y="53451"/>
                  <a:pt x="75744" y="55731"/>
                  <a:pt x="72957" y="55731"/>
                </a:cubicBezTo>
                <a:cubicBezTo>
                  <a:pt x="70171" y="55731"/>
                  <a:pt x="67891" y="53451"/>
                  <a:pt x="67891" y="50665"/>
                </a:cubicBezTo>
                <a:lnTo>
                  <a:pt x="67891" y="48638"/>
                </a:lnTo>
                <a:cubicBezTo>
                  <a:pt x="67891" y="39113"/>
                  <a:pt x="75592" y="31412"/>
                  <a:pt x="85117" y="31412"/>
                </a:cubicBezTo>
                <a:cubicBezTo>
                  <a:pt x="94642" y="31412"/>
                  <a:pt x="102343" y="39113"/>
                  <a:pt x="102343" y="48638"/>
                </a:cubicBezTo>
                <a:lnTo>
                  <a:pt x="102343" y="50665"/>
                </a:lnTo>
                <a:cubicBezTo>
                  <a:pt x="102343" y="53451"/>
                  <a:pt x="100063" y="55731"/>
                  <a:pt x="97277" y="55731"/>
                </a:cubicBezTo>
                <a:cubicBezTo>
                  <a:pt x="94490" y="55731"/>
                  <a:pt x="92210" y="53451"/>
                  <a:pt x="92210" y="50665"/>
                </a:cubicBezTo>
                <a:lnTo>
                  <a:pt x="92210" y="48638"/>
                </a:lnTo>
                <a:cubicBezTo>
                  <a:pt x="92210" y="44712"/>
                  <a:pt x="89044" y="41545"/>
                  <a:pt x="85117" y="41545"/>
                </a:cubicBezTo>
                <a:cubicBezTo>
                  <a:pt x="81190" y="41545"/>
                  <a:pt x="78024" y="44712"/>
                  <a:pt x="78024" y="48638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54" name="Text 52"/>
          <p:cNvSpPr/>
          <p:nvPr/>
        </p:nvSpPr>
        <p:spPr>
          <a:xfrm>
            <a:off x="866225" y="5514193"/>
            <a:ext cx="406940" cy="1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Haha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32247" y="5410432"/>
            <a:ext cx="2603307" cy="370578"/>
          </a:xfrm>
          <a:custGeom>
            <a:avLst/>
            <a:gdLst/>
            <a:ahLst/>
            <a:cxnLst/>
            <a:rect l="l" t="t" r="r" b="b"/>
            <a:pathLst>
              <a:path w="2603307" h="370578">
                <a:moveTo>
                  <a:pt x="74116" y="0"/>
                </a:moveTo>
                <a:lnTo>
                  <a:pt x="2529191" y="0"/>
                </a:lnTo>
                <a:cubicBezTo>
                  <a:pt x="2570124" y="0"/>
                  <a:pt x="2603307" y="33183"/>
                  <a:pt x="2603307" y="74116"/>
                </a:cubicBezTo>
                <a:lnTo>
                  <a:pt x="2603307" y="296462"/>
                </a:lnTo>
                <a:cubicBezTo>
                  <a:pt x="2603307" y="337395"/>
                  <a:pt x="2570124" y="370578"/>
                  <a:pt x="2529191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6" name="Shape 54"/>
          <p:cNvSpPr/>
          <p:nvPr/>
        </p:nvSpPr>
        <p:spPr>
          <a:xfrm>
            <a:off x="3324891" y="5530869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0" y="64851"/>
                </a:moveTo>
                <a:cubicBezTo>
                  <a:pt x="0" y="29059"/>
                  <a:pt x="29059" y="0"/>
                  <a:pt x="64851" y="0"/>
                </a:cubicBezTo>
                <a:cubicBezTo>
                  <a:pt x="100643" y="0"/>
                  <a:pt x="129702" y="29059"/>
                  <a:pt x="129702" y="64851"/>
                </a:cubicBezTo>
                <a:cubicBezTo>
                  <a:pt x="129702" y="100643"/>
                  <a:pt x="100643" y="129702"/>
                  <a:pt x="64851" y="129702"/>
                </a:cubicBezTo>
                <a:cubicBezTo>
                  <a:pt x="29059" y="129702"/>
                  <a:pt x="0" y="100643"/>
                  <a:pt x="0" y="64851"/>
                </a:cubicBezTo>
                <a:close/>
                <a:moveTo>
                  <a:pt x="68651" y="89677"/>
                </a:moveTo>
                <a:cubicBezTo>
                  <a:pt x="70044" y="89348"/>
                  <a:pt x="71463" y="89170"/>
                  <a:pt x="72957" y="89170"/>
                </a:cubicBezTo>
                <a:cubicBezTo>
                  <a:pt x="79063" y="89170"/>
                  <a:pt x="84458" y="92159"/>
                  <a:pt x="87777" y="96770"/>
                </a:cubicBezTo>
                <a:cubicBezTo>
                  <a:pt x="89728" y="99506"/>
                  <a:pt x="93527" y="100114"/>
                  <a:pt x="96263" y="98163"/>
                </a:cubicBezTo>
                <a:cubicBezTo>
                  <a:pt x="98999" y="96213"/>
                  <a:pt x="99607" y="92413"/>
                  <a:pt x="97657" y="89677"/>
                </a:cubicBezTo>
                <a:cubicBezTo>
                  <a:pt x="92159" y="82026"/>
                  <a:pt x="83141" y="77011"/>
                  <a:pt x="72957" y="77011"/>
                </a:cubicBezTo>
                <a:cubicBezTo>
                  <a:pt x="69791" y="77011"/>
                  <a:pt x="66726" y="77492"/>
                  <a:pt x="63863" y="78404"/>
                </a:cubicBezTo>
                <a:cubicBezTo>
                  <a:pt x="66346" y="81621"/>
                  <a:pt x="68043" y="85472"/>
                  <a:pt x="68651" y="89702"/>
                </a:cubicBezTo>
                <a:close/>
                <a:moveTo>
                  <a:pt x="44585" y="60798"/>
                </a:moveTo>
                <a:cubicBezTo>
                  <a:pt x="49059" y="60798"/>
                  <a:pt x="52691" y="57166"/>
                  <a:pt x="52691" y="52691"/>
                </a:cubicBezTo>
                <a:cubicBezTo>
                  <a:pt x="52691" y="48217"/>
                  <a:pt x="49059" y="44585"/>
                  <a:pt x="44585" y="44585"/>
                </a:cubicBezTo>
                <a:cubicBezTo>
                  <a:pt x="40111" y="44585"/>
                  <a:pt x="36479" y="48217"/>
                  <a:pt x="36479" y="52691"/>
                </a:cubicBezTo>
                <a:cubicBezTo>
                  <a:pt x="36479" y="57166"/>
                  <a:pt x="40111" y="60798"/>
                  <a:pt x="44585" y="60798"/>
                </a:cubicBezTo>
                <a:close/>
                <a:moveTo>
                  <a:pt x="93223" y="52691"/>
                </a:moveTo>
                <a:cubicBezTo>
                  <a:pt x="93223" y="48217"/>
                  <a:pt x="89591" y="44585"/>
                  <a:pt x="85117" y="44585"/>
                </a:cubicBezTo>
                <a:cubicBezTo>
                  <a:pt x="80643" y="44585"/>
                  <a:pt x="77011" y="48217"/>
                  <a:pt x="77011" y="52691"/>
                </a:cubicBezTo>
                <a:cubicBezTo>
                  <a:pt x="77011" y="57166"/>
                  <a:pt x="80643" y="60798"/>
                  <a:pt x="85117" y="60798"/>
                </a:cubicBezTo>
                <a:cubicBezTo>
                  <a:pt x="89591" y="60798"/>
                  <a:pt x="93223" y="57166"/>
                  <a:pt x="93223" y="52691"/>
                </a:cubicBezTo>
                <a:close/>
                <a:moveTo>
                  <a:pt x="46966" y="74173"/>
                </a:moveTo>
                <a:cubicBezTo>
                  <a:pt x="46358" y="73439"/>
                  <a:pt x="45522" y="72957"/>
                  <a:pt x="44585" y="72957"/>
                </a:cubicBezTo>
                <a:cubicBezTo>
                  <a:pt x="43648" y="72957"/>
                  <a:pt x="42812" y="73439"/>
                  <a:pt x="42204" y="74173"/>
                </a:cubicBezTo>
                <a:cubicBezTo>
                  <a:pt x="40557" y="76149"/>
                  <a:pt x="39012" y="78252"/>
                  <a:pt x="37568" y="80405"/>
                </a:cubicBezTo>
                <a:cubicBezTo>
                  <a:pt x="35288" y="83800"/>
                  <a:pt x="32426" y="88056"/>
                  <a:pt x="32426" y="92413"/>
                </a:cubicBezTo>
                <a:cubicBezTo>
                  <a:pt x="32426" y="99582"/>
                  <a:pt x="37872" y="105383"/>
                  <a:pt x="44585" y="105383"/>
                </a:cubicBezTo>
                <a:cubicBezTo>
                  <a:pt x="51298" y="105383"/>
                  <a:pt x="56745" y="99582"/>
                  <a:pt x="56745" y="92413"/>
                </a:cubicBezTo>
                <a:cubicBezTo>
                  <a:pt x="56745" y="88056"/>
                  <a:pt x="53907" y="83800"/>
                  <a:pt x="51602" y="80405"/>
                </a:cubicBezTo>
                <a:cubicBezTo>
                  <a:pt x="50158" y="78252"/>
                  <a:pt x="48588" y="76175"/>
                  <a:pt x="46966" y="74173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57" name="Text 55"/>
          <p:cNvSpPr/>
          <p:nvPr/>
        </p:nvSpPr>
        <p:spPr>
          <a:xfrm>
            <a:off x="3542605" y="5514193"/>
            <a:ext cx="314875" cy="1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Sad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55866" y="5855125"/>
            <a:ext cx="2603307" cy="370578"/>
          </a:xfrm>
          <a:custGeom>
            <a:avLst/>
            <a:gdLst/>
            <a:ahLst/>
            <a:cxnLst/>
            <a:rect l="l" t="t" r="r" b="b"/>
            <a:pathLst>
              <a:path w="2603307" h="370578">
                <a:moveTo>
                  <a:pt x="74116" y="0"/>
                </a:moveTo>
                <a:lnTo>
                  <a:pt x="2529191" y="0"/>
                </a:lnTo>
                <a:cubicBezTo>
                  <a:pt x="2570124" y="0"/>
                  <a:pt x="2603307" y="33183"/>
                  <a:pt x="2603307" y="74116"/>
                </a:cubicBezTo>
                <a:lnTo>
                  <a:pt x="2603307" y="296462"/>
                </a:lnTo>
                <a:cubicBezTo>
                  <a:pt x="2603307" y="337395"/>
                  <a:pt x="2570124" y="370578"/>
                  <a:pt x="2529191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9" name="Shape 57"/>
          <p:cNvSpPr/>
          <p:nvPr/>
        </p:nvSpPr>
        <p:spPr>
          <a:xfrm>
            <a:off x="648511" y="5975562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0" y="64851"/>
                </a:moveTo>
                <a:cubicBezTo>
                  <a:pt x="0" y="29059"/>
                  <a:pt x="29059" y="0"/>
                  <a:pt x="64851" y="0"/>
                </a:cubicBezTo>
                <a:cubicBezTo>
                  <a:pt x="100643" y="0"/>
                  <a:pt x="129702" y="29059"/>
                  <a:pt x="129702" y="64851"/>
                </a:cubicBezTo>
                <a:cubicBezTo>
                  <a:pt x="129702" y="100643"/>
                  <a:pt x="100643" y="129702"/>
                  <a:pt x="64851" y="129702"/>
                </a:cubicBezTo>
                <a:cubicBezTo>
                  <a:pt x="29059" y="129702"/>
                  <a:pt x="0" y="100643"/>
                  <a:pt x="0" y="64851"/>
                </a:cubicBezTo>
                <a:close/>
                <a:moveTo>
                  <a:pt x="64851" y="93223"/>
                </a:moveTo>
                <a:cubicBezTo>
                  <a:pt x="70956" y="93223"/>
                  <a:pt x="76352" y="96213"/>
                  <a:pt x="79671" y="100823"/>
                </a:cubicBezTo>
                <a:cubicBezTo>
                  <a:pt x="81621" y="103559"/>
                  <a:pt x="85421" y="104167"/>
                  <a:pt x="88157" y="102216"/>
                </a:cubicBezTo>
                <a:cubicBezTo>
                  <a:pt x="90893" y="100266"/>
                  <a:pt x="91501" y="96466"/>
                  <a:pt x="89550" y="93730"/>
                </a:cubicBezTo>
                <a:cubicBezTo>
                  <a:pt x="84053" y="86080"/>
                  <a:pt x="75035" y="81064"/>
                  <a:pt x="64851" y="81064"/>
                </a:cubicBezTo>
                <a:cubicBezTo>
                  <a:pt x="54667" y="81064"/>
                  <a:pt x="45674" y="86080"/>
                  <a:pt x="40152" y="93730"/>
                </a:cubicBezTo>
                <a:cubicBezTo>
                  <a:pt x="38201" y="96466"/>
                  <a:pt x="38809" y="100266"/>
                  <a:pt x="41545" y="102216"/>
                </a:cubicBezTo>
                <a:cubicBezTo>
                  <a:pt x="44281" y="104167"/>
                  <a:pt x="48081" y="103559"/>
                  <a:pt x="50032" y="100823"/>
                </a:cubicBezTo>
                <a:cubicBezTo>
                  <a:pt x="53350" y="96213"/>
                  <a:pt x="58746" y="93223"/>
                  <a:pt x="64851" y="93223"/>
                </a:cubicBezTo>
                <a:close/>
                <a:moveTo>
                  <a:pt x="44585" y="68904"/>
                </a:moveTo>
                <a:cubicBezTo>
                  <a:pt x="49069" y="68904"/>
                  <a:pt x="52691" y="65282"/>
                  <a:pt x="52691" y="60798"/>
                </a:cubicBezTo>
                <a:lnTo>
                  <a:pt x="52691" y="60722"/>
                </a:lnTo>
                <a:lnTo>
                  <a:pt x="55149" y="61533"/>
                </a:lnTo>
                <a:cubicBezTo>
                  <a:pt x="57809" y="62419"/>
                  <a:pt x="60671" y="60975"/>
                  <a:pt x="61558" y="58341"/>
                </a:cubicBezTo>
                <a:cubicBezTo>
                  <a:pt x="62444" y="55706"/>
                  <a:pt x="61001" y="52818"/>
                  <a:pt x="58366" y="51932"/>
                </a:cubicBezTo>
                <a:lnTo>
                  <a:pt x="34047" y="43825"/>
                </a:lnTo>
                <a:cubicBezTo>
                  <a:pt x="31387" y="42938"/>
                  <a:pt x="28524" y="44382"/>
                  <a:pt x="27638" y="47017"/>
                </a:cubicBezTo>
                <a:cubicBezTo>
                  <a:pt x="26751" y="49652"/>
                  <a:pt x="28195" y="52539"/>
                  <a:pt x="30830" y="53426"/>
                </a:cubicBezTo>
                <a:lnTo>
                  <a:pt x="38151" y="55858"/>
                </a:lnTo>
                <a:cubicBezTo>
                  <a:pt x="37112" y="57226"/>
                  <a:pt x="36479" y="58923"/>
                  <a:pt x="36479" y="60773"/>
                </a:cubicBezTo>
                <a:cubicBezTo>
                  <a:pt x="36479" y="65256"/>
                  <a:pt x="40101" y="68879"/>
                  <a:pt x="44585" y="68879"/>
                </a:cubicBezTo>
                <a:close/>
                <a:moveTo>
                  <a:pt x="93223" y="60798"/>
                </a:moveTo>
                <a:cubicBezTo>
                  <a:pt x="93223" y="58949"/>
                  <a:pt x="92615" y="57251"/>
                  <a:pt x="91551" y="55883"/>
                </a:cubicBezTo>
                <a:lnTo>
                  <a:pt x="98873" y="53451"/>
                </a:lnTo>
                <a:cubicBezTo>
                  <a:pt x="101532" y="52565"/>
                  <a:pt x="102951" y="49702"/>
                  <a:pt x="102064" y="47042"/>
                </a:cubicBezTo>
                <a:cubicBezTo>
                  <a:pt x="101178" y="44382"/>
                  <a:pt x="98315" y="42964"/>
                  <a:pt x="95655" y="43850"/>
                </a:cubicBezTo>
                <a:lnTo>
                  <a:pt x="71336" y="51957"/>
                </a:lnTo>
                <a:cubicBezTo>
                  <a:pt x="68676" y="52843"/>
                  <a:pt x="67258" y="55706"/>
                  <a:pt x="68144" y="58366"/>
                </a:cubicBezTo>
                <a:cubicBezTo>
                  <a:pt x="69031" y="61026"/>
                  <a:pt x="71893" y="62444"/>
                  <a:pt x="74553" y="61558"/>
                </a:cubicBezTo>
                <a:lnTo>
                  <a:pt x="77011" y="60747"/>
                </a:lnTo>
                <a:lnTo>
                  <a:pt x="77011" y="60823"/>
                </a:lnTo>
                <a:cubicBezTo>
                  <a:pt x="77011" y="65307"/>
                  <a:pt x="80633" y="68930"/>
                  <a:pt x="85117" y="68930"/>
                </a:cubicBezTo>
                <a:cubicBezTo>
                  <a:pt x="89601" y="68930"/>
                  <a:pt x="93223" y="65307"/>
                  <a:pt x="93223" y="60823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60" name="Text 58"/>
          <p:cNvSpPr/>
          <p:nvPr/>
        </p:nvSpPr>
        <p:spPr>
          <a:xfrm>
            <a:off x="866225" y="5958886"/>
            <a:ext cx="455231" cy="1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Angry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232247" y="5855125"/>
            <a:ext cx="2603307" cy="370578"/>
          </a:xfrm>
          <a:custGeom>
            <a:avLst/>
            <a:gdLst/>
            <a:ahLst/>
            <a:cxnLst/>
            <a:rect l="l" t="t" r="r" b="b"/>
            <a:pathLst>
              <a:path w="2603307" h="370578">
                <a:moveTo>
                  <a:pt x="74116" y="0"/>
                </a:moveTo>
                <a:lnTo>
                  <a:pt x="2529191" y="0"/>
                </a:lnTo>
                <a:cubicBezTo>
                  <a:pt x="2570124" y="0"/>
                  <a:pt x="2603307" y="33183"/>
                  <a:pt x="2603307" y="74116"/>
                </a:cubicBezTo>
                <a:lnTo>
                  <a:pt x="2603307" y="296462"/>
                </a:lnTo>
                <a:cubicBezTo>
                  <a:pt x="2603307" y="337395"/>
                  <a:pt x="2570124" y="370578"/>
                  <a:pt x="2529191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2" name="Shape 60"/>
          <p:cNvSpPr/>
          <p:nvPr/>
        </p:nvSpPr>
        <p:spPr>
          <a:xfrm>
            <a:off x="3316785" y="5975562"/>
            <a:ext cx="145915" cy="129702"/>
          </a:xfrm>
          <a:custGeom>
            <a:avLst/>
            <a:gdLst/>
            <a:ahLst/>
            <a:cxnLst/>
            <a:rect l="l" t="t" r="r" b="b"/>
            <a:pathLst>
              <a:path w="145915" h="129702">
                <a:moveTo>
                  <a:pt x="129803" y="60798"/>
                </a:moveTo>
                <a:lnTo>
                  <a:pt x="85218" y="60798"/>
                </a:lnTo>
                <a:cubicBezTo>
                  <a:pt x="80735" y="60798"/>
                  <a:pt x="77112" y="57175"/>
                  <a:pt x="77112" y="52691"/>
                </a:cubicBezTo>
                <a:lnTo>
                  <a:pt x="77112" y="8106"/>
                </a:lnTo>
                <a:cubicBezTo>
                  <a:pt x="77112" y="3623"/>
                  <a:pt x="80760" y="-51"/>
                  <a:pt x="85193" y="532"/>
                </a:cubicBezTo>
                <a:cubicBezTo>
                  <a:pt x="112299" y="4129"/>
                  <a:pt x="133781" y="25611"/>
                  <a:pt x="137378" y="52717"/>
                </a:cubicBezTo>
                <a:cubicBezTo>
                  <a:pt x="137961" y="57150"/>
                  <a:pt x="134287" y="60798"/>
                  <a:pt x="129803" y="60798"/>
                </a:cubicBezTo>
                <a:close/>
                <a:moveTo>
                  <a:pt x="56390" y="9424"/>
                </a:moveTo>
                <a:cubicBezTo>
                  <a:pt x="60975" y="8461"/>
                  <a:pt x="64952" y="12210"/>
                  <a:pt x="64952" y="16897"/>
                </a:cubicBezTo>
                <a:lnTo>
                  <a:pt x="64952" y="66878"/>
                </a:lnTo>
                <a:cubicBezTo>
                  <a:pt x="64952" y="68296"/>
                  <a:pt x="65459" y="69664"/>
                  <a:pt x="66346" y="70754"/>
                </a:cubicBezTo>
                <a:lnTo>
                  <a:pt x="99810" y="111133"/>
                </a:lnTo>
                <a:cubicBezTo>
                  <a:pt x="102774" y="114705"/>
                  <a:pt x="102140" y="120101"/>
                  <a:pt x="98062" y="122305"/>
                </a:cubicBezTo>
                <a:cubicBezTo>
                  <a:pt x="89424" y="127017"/>
                  <a:pt x="79519" y="129702"/>
                  <a:pt x="69006" y="129702"/>
                </a:cubicBezTo>
                <a:cubicBezTo>
                  <a:pt x="35440" y="129702"/>
                  <a:pt x="8208" y="102470"/>
                  <a:pt x="8208" y="68904"/>
                </a:cubicBezTo>
                <a:cubicBezTo>
                  <a:pt x="8208" y="39645"/>
                  <a:pt x="28854" y="15225"/>
                  <a:pt x="56390" y="9424"/>
                </a:cubicBezTo>
                <a:close/>
                <a:moveTo>
                  <a:pt x="121038" y="72957"/>
                </a:moveTo>
                <a:lnTo>
                  <a:pt x="137251" y="72957"/>
                </a:lnTo>
                <a:cubicBezTo>
                  <a:pt x="141938" y="72957"/>
                  <a:pt x="145687" y="76935"/>
                  <a:pt x="144724" y="81520"/>
                </a:cubicBezTo>
                <a:cubicBezTo>
                  <a:pt x="142140" y="93781"/>
                  <a:pt x="135858" y="104674"/>
                  <a:pt x="127093" y="112983"/>
                </a:cubicBezTo>
                <a:cubicBezTo>
                  <a:pt x="123977" y="115947"/>
                  <a:pt x="119088" y="115313"/>
                  <a:pt x="116352" y="111995"/>
                </a:cubicBezTo>
                <a:lnTo>
                  <a:pt x="94971" y="86232"/>
                </a:lnTo>
                <a:cubicBezTo>
                  <a:pt x="90589" y="80937"/>
                  <a:pt x="94363" y="72957"/>
                  <a:pt x="101203" y="72957"/>
                </a:cubicBezTo>
                <a:lnTo>
                  <a:pt x="121013" y="72957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63" name="Text 61"/>
          <p:cNvSpPr/>
          <p:nvPr/>
        </p:nvSpPr>
        <p:spPr>
          <a:xfrm>
            <a:off x="3542605" y="5958886"/>
            <a:ext cx="724363" cy="1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68031" y="4206055"/>
            <a:ext cx="5651307" cy="2649629"/>
          </a:xfrm>
          <a:custGeom>
            <a:avLst/>
            <a:gdLst/>
            <a:ahLst/>
            <a:cxnLst/>
            <a:rect l="l" t="t" r="r" b="b"/>
            <a:pathLst>
              <a:path w="5651307" h="2649629">
                <a:moveTo>
                  <a:pt x="37058" y="0"/>
                </a:moveTo>
                <a:lnTo>
                  <a:pt x="5614249" y="0"/>
                </a:lnTo>
                <a:cubicBezTo>
                  <a:pt x="5634716" y="0"/>
                  <a:pt x="5651307" y="16591"/>
                  <a:pt x="5651307" y="37058"/>
                </a:cubicBezTo>
                <a:lnTo>
                  <a:pt x="5651307" y="2538451"/>
                </a:lnTo>
                <a:cubicBezTo>
                  <a:pt x="5651307" y="2599853"/>
                  <a:pt x="5601531" y="2649629"/>
                  <a:pt x="5540129" y="2649629"/>
                </a:cubicBezTo>
                <a:lnTo>
                  <a:pt x="111178" y="2649629"/>
                </a:lnTo>
                <a:cubicBezTo>
                  <a:pt x="49776" y="2649629"/>
                  <a:pt x="0" y="2599853"/>
                  <a:pt x="0" y="253845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8967" dist="92644" dir="5400000">
              <a:srgbClr val="000000">
                <a:alpha val="10196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168031" y="4206055"/>
            <a:ext cx="5651307" cy="37058"/>
          </a:xfrm>
          <a:custGeom>
            <a:avLst/>
            <a:gdLst/>
            <a:ahLst/>
            <a:cxnLst/>
            <a:rect l="l" t="t" r="r" b="b"/>
            <a:pathLst>
              <a:path w="5651307" h="37058">
                <a:moveTo>
                  <a:pt x="37058" y="0"/>
                </a:moveTo>
                <a:lnTo>
                  <a:pt x="5614249" y="0"/>
                </a:lnTo>
                <a:cubicBezTo>
                  <a:pt x="5634716" y="0"/>
                  <a:pt x="5651307" y="16591"/>
                  <a:pt x="5651307" y="37058"/>
                </a:cubicBezTo>
                <a:lnTo>
                  <a:pt x="5651307" y="37058"/>
                </a:lnTo>
                <a:lnTo>
                  <a:pt x="0" y="37058"/>
                </a:ln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66" name="Shape 64"/>
          <p:cNvSpPr/>
          <p:nvPr/>
        </p:nvSpPr>
        <p:spPr>
          <a:xfrm>
            <a:off x="6353320" y="4409872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222347" y="0"/>
                </a:moveTo>
                <a:lnTo>
                  <a:pt x="222347" y="0"/>
                </a:lnTo>
                <a:cubicBezTo>
                  <a:pt x="345145" y="0"/>
                  <a:pt x="444693" y="99548"/>
                  <a:pt x="444693" y="222347"/>
                </a:cubicBezTo>
                <a:lnTo>
                  <a:pt x="444693" y="222347"/>
                </a:lnTo>
                <a:cubicBezTo>
                  <a:pt x="444693" y="345145"/>
                  <a:pt x="345145" y="444693"/>
                  <a:pt x="222347" y="444693"/>
                </a:cubicBezTo>
                <a:lnTo>
                  <a:pt x="222347" y="444693"/>
                </a:lnTo>
                <a:cubicBezTo>
                  <a:pt x="99548" y="444693"/>
                  <a:pt x="0" y="345145"/>
                  <a:pt x="0" y="222347"/>
                </a:cubicBezTo>
                <a:lnTo>
                  <a:pt x="0" y="222347"/>
                </a:lnTo>
                <a:cubicBezTo>
                  <a:pt x="0" y="99548"/>
                  <a:pt x="99548" y="0"/>
                  <a:pt x="222347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67" name="Shape 65"/>
          <p:cNvSpPr/>
          <p:nvPr/>
        </p:nvSpPr>
        <p:spPr>
          <a:xfrm>
            <a:off x="6483022" y="4539574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92644" y="0"/>
                </a:moveTo>
                <a:cubicBezTo>
                  <a:pt x="143776" y="0"/>
                  <a:pt x="185289" y="41513"/>
                  <a:pt x="185289" y="92644"/>
                </a:cubicBezTo>
                <a:cubicBezTo>
                  <a:pt x="185289" y="143776"/>
                  <a:pt x="143776" y="185289"/>
                  <a:pt x="92644" y="185289"/>
                </a:cubicBezTo>
                <a:cubicBezTo>
                  <a:pt x="41513" y="185289"/>
                  <a:pt x="0" y="143776"/>
                  <a:pt x="0" y="92644"/>
                </a:cubicBezTo>
                <a:cubicBezTo>
                  <a:pt x="0" y="41513"/>
                  <a:pt x="41513" y="0"/>
                  <a:pt x="92644" y="0"/>
                </a:cubicBezTo>
                <a:close/>
                <a:moveTo>
                  <a:pt x="83959" y="43427"/>
                </a:moveTo>
                <a:lnTo>
                  <a:pt x="83959" y="92644"/>
                </a:lnTo>
                <a:cubicBezTo>
                  <a:pt x="83959" y="95540"/>
                  <a:pt x="85407" y="98254"/>
                  <a:pt x="87831" y="99882"/>
                </a:cubicBezTo>
                <a:lnTo>
                  <a:pt x="122573" y="123043"/>
                </a:lnTo>
                <a:cubicBezTo>
                  <a:pt x="126554" y="125721"/>
                  <a:pt x="131946" y="124636"/>
                  <a:pt x="134624" y="120619"/>
                </a:cubicBezTo>
                <a:cubicBezTo>
                  <a:pt x="137302" y="116602"/>
                  <a:pt x="136216" y="111246"/>
                  <a:pt x="132199" y="108568"/>
                </a:cubicBezTo>
                <a:lnTo>
                  <a:pt x="101330" y="88012"/>
                </a:lnTo>
                <a:lnTo>
                  <a:pt x="101330" y="43427"/>
                </a:lnTo>
                <a:cubicBezTo>
                  <a:pt x="101330" y="38614"/>
                  <a:pt x="97458" y="34742"/>
                  <a:pt x="92644" y="34742"/>
                </a:cubicBezTo>
                <a:cubicBezTo>
                  <a:pt x="87831" y="34742"/>
                  <a:pt x="83959" y="38614"/>
                  <a:pt x="83959" y="434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6909186" y="4483988"/>
            <a:ext cx="220493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Time-Based Features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53320" y="4965739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0" name="Shape 68"/>
          <p:cNvSpPr/>
          <p:nvPr/>
        </p:nvSpPr>
        <p:spPr>
          <a:xfrm>
            <a:off x="6455229" y="5076912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37058" y="0"/>
                </a:moveTo>
                <a:cubicBezTo>
                  <a:pt x="42182" y="0"/>
                  <a:pt x="46322" y="4140"/>
                  <a:pt x="46322" y="9264"/>
                </a:cubicBezTo>
                <a:lnTo>
                  <a:pt x="46322" y="18529"/>
                </a:lnTo>
                <a:lnTo>
                  <a:pt x="83380" y="18529"/>
                </a:lnTo>
                <a:lnTo>
                  <a:pt x="83380" y="9264"/>
                </a:lnTo>
                <a:cubicBezTo>
                  <a:pt x="83380" y="4140"/>
                  <a:pt x="87520" y="0"/>
                  <a:pt x="92644" y="0"/>
                </a:cubicBezTo>
                <a:cubicBezTo>
                  <a:pt x="97769" y="0"/>
                  <a:pt x="101909" y="4140"/>
                  <a:pt x="101909" y="9264"/>
                </a:cubicBezTo>
                <a:lnTo>
                  <a:pt x="101909" y="18529"/>
                </a:lnTo>
                <a:lnTo>
                  <a:pt x="111173" y="18529"/>
                </a:lnTo>
                <a:cubicBezTo>
                  <a:pt x="121393" y="18529"/>
                  <a:pt x="129702" y="26838"/>
                  <a:pt x="129702" y="37058"/>
                </a:cubicBezTo>
                <a:lnTo>
                  <a:pt x="129702" y="120438"/>
                </a:lnTo>
                <a:cubicBezTo>
                  <a:pt x="129702" y="130658"/>
                  <a:pt x="121393" y="138967"/>
                  <a:pt x="111173" y="138967"/>
                </a:cubicBezTo>
                <a:lnTo>
                  <a:pt x="18529" y="138967"/>
                </a:lnTo>
                <a:cubicBezTo>
                  <a:pt x="8309" y="138967"/>
                  <a:pt x="0" y="130658"/>
                  <a:pt x="0" y="120438"/>
                </a:cubicBezTo>
                <a:lnTo>
                  <a:pt x="0" y="37058"/>
                </a:lnTo>
                <a:cubicBezTo>
                  <a:pt x="0" y="26838"/>
                  <a:pt x="8309" y="18529"/>
                  <a:pt x="18529" y="18529"/>
                </a:cubicBezTo>
                <a:lnTo>
                  <a:pt x="27793" y="18529"/>
                </a:lnTo>
                <a:lnTo>
                  <a:pt x="27793" y="9264"/>
                </a:lnTo>
                <a:cubicBezTo>
                  <a:pt x="27793" y="4140"/>
                  <a:pt x="31933" y="0"/>
                  <a:pt x="37058" y="0"/>
                </a:cubicBezTo>
                <a:close/>
                <a:moveTo>
                  <a:pt x="18529" y="69483"/>
                </a:moveTo>
                <a:lnTo>
                  <a:pt x="18529" y="78748"/>
                </a:lnTo>
                <a:cubicBezTo>
                  <a:pt x="18529" y="81295"/>
                  <a:pt x="20613" y="83380"/>
                  <a:pt x="23161" y="83380"/>
                </a:cubicBezTo>
                <a:lnTo>
                  <a:pt x="32426" y="83380"/>
                </a:lnTo>
                <a:cubicBezTo>
                  <a:pt x="34973" y="83380"/>
                  <a:pt x="37058" y="81295"/>
                  <a:pt x="37058" y="78748"/>
                </a:cubicBezTo>
                <a:lnTo>
                  <a:pt x="37058" y="69483"/>
                </a:lnTo>
                <a:cubicBezTo>
                  <a:pt x="37058" y="66936"/>
                  <a:pt x="34973" y="64851"/>
                  <a:pt x="32426" y="64851"/>
                </a:cubicBezTo>
                <a:lnTo>
                  <a:pt x="23161" y="64851"/>
                </a:lnTo>
                <a:cubicBezTo>
                  <a:pt x="20613" y="64851"/>
                  <a:pt x="18529" y="66936"/>
                  <a:pt x="18529" y="69483"/>
                </a:cubicBezTo>
                <a:close/>
                <a:moveTo>
                  <a:pt x="55587" y="69483"/>
                </a:moveTo>
                <a:lnTo>
                  <a:pt x="55587" y="78748"/>
                </a:lnTo>
                <a:cubicBezTo>
                  <a:pt x="55587" y="81295"/>
                  <a:pt x="57671" y="83380"/>
                  <a:pt x="60219" y="83380"/>
                </a:cubicBezTo>
                <a:lnTo>
                  <a:pt x="69483" y="83380"/>
                </a:lnTo>
                <a:cubicBezTo>
                  <a:pt x="72031" y="83380"/>
                  <a:pt x="74116" y="81295"/>
                  <a:pt x="74116" y="78748"/>
                </a:cubicBezTo>
                <a:lnTo>
                  <a:pt x="74116" y="69483"/>
                </a:lnTo>
                <a:cubicBezTo>
                  <a:pt x="74116" y="66936"/>
                  <a:pt x="72031" y="64851"/>
                  <a:pt x="69483" y="64851"/>
                </a:cubicBezTo>
                <a:lnTo>
                  <a:pt x="60219" y="64851"/>
                </a:lnTo>
                <a:cubicBezTo>
                  <a:pt x="57671" y="64851"/>
                  <a:pt x="55587" y="66936"/>
                  <a:pt x="55587" y="69483"/>
                </a:cubicBezTo>
                <a:close/>
                <a:moveTo>
                  <a:pt x="97277" y="64851"/>
                </a:moveTo>
                <a:cubicBezTo>
                  <a:pt x="94729" y="64851"/>
                  <a:pt x="92644" y="66936"/>
                  <a:pt x="92644" y="69483"/>
                </a:cubicBezTo>
                <a:lnTo>
                  <a:pt x="92644" y="78748"/>
                </a:lnTo>
                <a:cubicBezTo>
                  <a:pt x="92644" y="81295"/>
                  <a:pt x="94729" y="83380"/>
                  <a:pt x="97277" y="83380"/>
                </a:cubicBezTo>
                <a:lnTo>
                  <a:pt x="106541" y="83380"/>
                </a:lnTo>
                <a:cubicBezTo>
                  <a:pt x="109089" y="83380"/>
                  <a:pt x="111173" y="81295"/>
                  <a:pt x="111173" y="78748"/>
                </a:cubicBezTo>
                <a:lnTo>
                  <a:pt x="111173" y="69483"/>
                </a:lnTo>
                <a:cubicBezTo>
                  <a:pt x="111173" y="66936"/>
                  <a:pt x="109089" y="64851"/>
                  <a:pt x="106541" y="64851"/>
                </a:cubicBezTo>
                <a:lnTo>
                  <a:pt x="97277" y="64851"/>
                </a:lnTo>
                <a:close/>
                <a:moveTo>
                  <a:pt x="18529" y="106541"/>
                </a:moveTo>
                <a:lnTo>
                  <a:pt x="18529" y="115805"/>
                </a:lnTo>
                <a:cubicBezTo>
                  <a:pt x="18529" y="118353"/>
                  <a:pt x="20613" y="120438"/>
                  <a:pt x="23161" y="120438"/>
                </a:cubicBezTo>
                <a:lnTo>
                  <a:pt x="32426" y="120438"/>
                </a:lnTo>
                <a:cubicBezTo>
                  <a:pt x="34973" y="120438"/>
                  <a:pt x="37058" y="118353"/>
                  <a:pt x="37058" y="115805"/>
                </a:cubicBezTo>
                <a:lnTo>
                  <a:pt x="37058" y="106541"/>
                </a:lnTo>
                <a:cubicBezTo>
                  <a:pt x="37058" y="103993"/>
                  <a:pt x="34973" y="101909"/>
                  <a:pt x="32426" y="101909"/>
                </a:cubicBezTo>
                <a:lnTo>
                  <a:pt x="23161" y="101909"/>
                </a:lnTo>
                <a:cubicBezTo>
                  <a:pt x="20613" y="101909"/>
                  <a:pt x="18529" y="103993"/>
                  <a:pt x="18529" y="106541"/>
                </a:cubicBezTo>
                <a:close/>
                <a:moveTo>
                  <a:pt x="60219" y="101909"/>
                </a:moveTo>
                <a:cubicBezTo>
                  <a:pt x="57671" y="101909"/>
                  <a:pt x="55587" y="103993"/>
                  <a:pt x="55587" y="106541"/>
                </a:cubicBezTo>
                <a:lnTo>
                  <a:pt x="55587" y="115805"/>
                </a:lnTo>
                <a:cubicBezTo>
                  <a:pt x="55587" y="118353"/>
                  <a:pt x="57671" y="120438"/>
                  <a:pt x="60219" y="120438"/>
                </a:cubicBezTo>
                <a:lnTo>
                  <a:pt x="69483" y="120438"/>
                </a:lnTo>
                <a:cubicBezTo>
                  <a:pt x="72031" y="120438"/>
                  <a:pt x="74116" y="118353"/>
                  <a:pt x="74116" y="115805"/>
                </a:cubicBezTo>
                <a:lnTo>
                  <a:pt x="74116" y="106541"/>
                </a:lnTo>
                <a:cubicBezTo>
                  <a:pt x="74116" y="103993"/>
                  <a:pt x="72031" y="101909"/>
                  <a:pt x="69483" y="101909"/>
                </a:cubicBezTo>
                <a:lnTo>
                  <a:pt x="60219" y="101909"/>
                </a:lnTo>
                <a:close/>
                <a:moveTo>
                  <a:pt x="92644" y="106541"/>
                </a:moveTo>
                <a:lnTo>
                  <a:pt x="92644" y="115805"/>
                </a:lnTo>
                <a:cubicBezTo>
                  <a:pt x="92644" y="118353"/>
                  <a:pt x="94729" y="120438"/>
                  <a:pt x="97277" y="120438"/>
                </a:cubicBezTo>
                <a:lnTo>
                  <a:pt x="106541" y="120438"/>
                </a:lnTo>
                <a:cubicBezTo>
                  <a:pt x="109089" y="120438"/>
                  <a:pt x="111173" y="118353"/>
                  <a:pt x="111173" y="115805"/>
                </a:cubicBezTo>
                <a:lnTo>
                  <a:pt x="111173" y="106541"/>
                </a:lnTo>
                <a:cubicBezTo>
                  <a:pt x="111173" y="103993"/>
                  <a:pt x="109089" y="101909"/>
                  <a:pt x="106541" y="101909"/>
                </a:cubicBezTo>
                <a:lnTo>
                  <a:pt x="97277" y="101909"/>
                </a:lnTo>
                <a:cubicBezTo>
                  <a:pt x="94729" y="101909"/>
                  <a:pt x="92644" y="103993"/>
                  <a:pt x="92644" y="106541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71" name="Text 69"/>
          <p:cNvSpPr/>
          <p:nvPr/>
        </p:nvSpPr>
        <p:spPr>
          <a:xfrm>
            <a:off x="6723897" y="5039854"/>
            <a:ext cx="185288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Date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Publication date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53320" y="5410432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3" name="Shape 71"/>
          <p:cNvSpPr/>
          <p:nvPr/>
        </p:nvSpPr>
        <p:spPr>
          <a:xfrm>
            <a:off x="6445964" y="5521605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0"/>
                </a:moveTo>
                <a:cubicBezTo>
                  <a:pt x="115021" y="0"/>
                  <a:pt x="148231" y="33210"/>
                  <a:pt x="148231" y="74116"/>
                </a:cubicBezTo>
                <a:cubicBezTo>
                  <a:pt x="148231" y="115021"/>
                  <a:pt x="115021" y="148231"/>
                  <a:pt x="74116" y="148231"/>
                </a:cubicBezTo>
                <a:cubicBezTo>
                  <a:pt x="33210" y="148231"/>
                  <a:pt x="0" y="115021"/>
                  <a:pt x="0" y="74116"/>
                </a:cubicBezTo>
                <a:cubicBezTo>
                  <a:pt x="0" y="33210"/>
                  <a:pt x="33210" y="0"/>
                  <a:pt x="74116" y="0"/>
                </a:cubicBezTo>
                <a:close/>
                <a:moveTo>
                  <a:pt x="67167" y="34742"/>
                </a:moveTo>
                <a:lnTo>
                  <a:pt x="67167" y="74116"/>
                </a:lnTo>
                <a:cubicBezTo>
                  <a:pt x="67167" y="76432"/>
                  <a:pt x="68325" y="78603"/>
                  <a:pt x="70265" y="79906"/>
                </a:cubicBezTo>
                <a:lnTo>
                  <a:pt x="98058" y="98435"/>
                </a:lnTo>
                <a:cubicBezTo>
                  <a:pt x="101243" y="100577"/>
                  <a:pt x="105557" y="99709"/>
                  <a:pt x="107699" y="96495"/>
                </a:cubicBezTo>
                <a:cubicBezTo>
                  <a:pt x="109841" y="93281"/>
                  <a:pt x="108973" y="88997"/>
                  <a:pt x="105759" y="86854"/>
                </a:cubicBezTo>
                <a:lnTo>
                  <a:pt x="81064" y="70410"/>
                </a:lnTo>
                <a:lnTo>
                  <a:pt x="81064" y="34742"/>
                </a:lnTo>
                <a:cubicBezTo>
                  <a:pt x="81064" y="30891"/>
                  <a:pt x="77966" y="27793"/>
                  <a:pt x="74116" y="27793"/>
                </a:cubicBezTo>
                <a:cubicBezTo>
                  <a:pt x="70265" y="27793"/>
                  <a:pt x="67167" y="30891"/>
                  <a:pt x="67167" y="34742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74" name="Text 72"/>
          <p:cNvSpPr/>
          <p:nvPr/>
        </p:nvSpPr>
        <p:spPr>
          <a:xfrm>
            <a:off x="6723897" y="5484547"/>
            <a:ext cx="192700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Time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Hour and minute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53320" y="5855125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6" name="Shape 74"/>
          <p:cNvSpPr/>
          <p:nvPr/>
        </p:nvSpPr>
        <p:spPr>
          <a:xfrm>
            <a:off x="6455229" y="5966298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37058" y="0"/>
                </a:moveTo>
                <a:cubicBezTo>
                  <a:pt x="42182" y="0"/>
                  <a:pt x="46322" y="4140"/>
                  <a:pt x="46322" y="9264"/>
                </a:cubicBezTo>
                <a:lnTo>
                  <a:pt x="46322" y="18529"/>
                </a:lnTo>
                <a:lnTo>
                  <a:pt x="83380" y="18529"/>
                </a:lnTo>
                <a:lnTo>
                  <a:pt x="83380" y="9264"/>
                </a:lnTo>
                <a:cubicBezTo>
                  <a:pt x="83380" y="4140"/>
                  <a:pt x="87520" y="0"/>
                  <a:pt x="92644" y="0"/>
                </a:cubicBezTo>
                <a:cubicBezTo>
                  <a:pt x="97769" y="0"/>
                  <a:pt x="101909" y="4140"/>
                  <a:pt x="101909" y="9264"/>
                </a:cubicBezTo>
                <a:lnTo>
                  <a:pt x="101909" y="18529"/>
                </a:lnTo>
                <a:lnTo>
                  <a:pt x="111173" y="18529"/>
                </a:lnTo>
                <a:cubicBezTo>
                  <a:pt x="121393" y="18529"/>
                  <a:pt x="129702" y="26838"/>
                  <a:pt x="129702" y="37058"/>
                </a:cubicBezTo>
                <a:lnTo>
                  <a:pt x="129702" y="120438"/>
                </a:lnTo>
                <a:cubicBezTo>
                  <a:pt x="129702" y="130658"/>
                  <a:pt x="121393" y="138967"/>
                  <a:pt x="111173" y="138967"/>
                </a:cubicBezTo>
                <a:lnTo>
                  <a:pt x="18529" y="138967"/>
                </a:lnTo>
                <a:cubicBezTo>
                  <a:pt x="8309" y="138967"/>
                  <a:pt x="0" y="130658"/>
                  <a:pt x="0" y="120438"/>
                </a:cubicBezTo>
                <a:lnTo>
                  <a:pt x="0" y="37058"/>
                </a:lnTo>
                <a:cubicBezTo>
                  <a:pt x="0" y="26838"/>
                  <a:pt x="8309" y="18529"/>
                  <a:pt x="18529" y="18529"/>
                </a:cubicBezTo>
                <a:lnTo>
                  <a:pt x="27793" y="18529"/>
                </a:lnTo>
                <a:lnTo>
                  <a:pt x="27793" y="9264"/>
                </a:lnTo>
                <a:cubicBezTo>
                  <a:pt x="27793" y="4140"/>
                  <a:pt x="31933" y="0"/>
                  <a:pt x="37058" y="0"/>
                </a:cubicBezTo>
                <a:close/>
                <a:moveTo>
                  <a:pt x="37058" y="74116"/>
                </a:moveTo>
                <a:cubicBezTo>
                  <a:pt x="31933" y="74116"/>
                  <a:pt x="27793" y="78256"/>
                  <a:pt x="27793" y="83380"/>
                </a:cubicBezTo>
                <a:lnTo>
                  <a:pt x="27793" y="101909"/>
                </a:lnTo>
                <a:cubicBezTo>
                  <a:pt x="27793" y="107033"/>
                  <a:pt x="31933" y="111173"/>
                  <a:pt x="37058" y="111173"/>
                </a:cubicBezTo>
                <a:lnTo>
                  <a:pt x="92644" y="111173"/>
                </a:lnTo>
                <a:cubicBezTo>
                  <a:pt x="97769" y="111173"/>
                  <a:pt x="101909" y="107033"/>
                  <a:pt x="101909" y="101909"/>
                </a:cubicBezTo>
                <a:lnTo>
                  <a:pt x="101909" y="83380"/>
                </a:lnTo>
                <a:cubicBezTo>
                  <a:pt x="101909" y="78256"/>
                  <a:pt x="97769" y="74116"/>
                  <a:pt x="92644" y="74116"/>
                </a:cubicBezTo>
                <a:lnTo>
                  <a:pt x="37058" y="74116"/>
                </a:ln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77" name="Text 75"/>
          <p:cNvSpPr/>
          <p:nvPr/>
        </p:nvSpPr>
        <p:spPr>
          <a:xfrm>
            <a:off x="6723897" y="5929240"/>
            <a:ext cx="224199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of Week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Weekday patterns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353320" y="6299818"/>
            <a:ext cx="5280729" cy="370578"/>
          </a:xfrm>
          <a:custGeom>
            <a:avLst/>
            <a:gdLst/>
            <a:ahLst/>
            <a:cxnLst/>
            <a:rect l="l" t="t" r="r" b="b"/>
            <a:pathLst>
              <a:path w="5280729" h="370578">
                <a:moveTo>
                  <a:pt x="74116" y="0"/>
                </a:moveTo>
                <a:lnTo>
                  <a:pt x="5206614" y="0"/>
                </a:lnTo>
                <a:cubicBezTo>
                  <a:pt x="5247547" y="0"/>
                  <a:pt x="5280729" y="33183"/>
                  <a:pt x="5280729" y="74116"/>
                </a:cubicBezTo>
                <a:lnTo>
                  <a:pt x="5280729" y="296462"/>
                </a:lnTo>
                <a:cubicBezTo>
                  <a:pt x="5280729" y="337395"/>
                  <a:pt x="5247547" y="370578"/>
                  <a:pt x="5206614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9" name="Shape 77"/>
          <p:cNvSpPr/>
          <p:nvPr/>
        </p:nvSpPr>
        <p:spPr>
          <a:xfrm>
            <a:off x="6436700" y="6410991"/>
            <a:ext cx="166760" cy="148231"/>
          </a:xfrm>
          <a:custGeom>
            <a:avLst/>
            <a:gdLst/>
            <a:ahLst/>
            <a:cxnLst/>
            <a:rect l="l" t="t" r="r" b="b"/>
            <a:pathLst>
              <a:path w="166760" h="148231">
                <a:moveTo>
                  <a:pt x="51591" y="-2924"/>
                </a:moveTo>
                <a:cubicBezTo>
                  <a:pt x="53734" y="-3822"/>
                  <a:pt x="56166" y="-3561"/>
                  <a:pt x="58105" y="-2287"/>
                </a:cubicBezTo>
                <a:lnTo>
                  <a:pt x="83525" y="14563"/>
                </a:lnTo>
                <a:lnTo>
                  <a:pt x="108944" y="-2287"/>
                </a:lnTo>
                <a:cubicBezTo>
                  <a:pt x="110884" y="-3561"/>
                  <a:pt x="113316" y="-3793"/>
                  <a:pt x="115458" y="-2924"/>
                </a:cubicBezTo>
                <a:cubicBezTo>
                  <a:pt x="117600" y="-2056"/>
                  <a:pt x="119106" y="-145"/>
                  <a:pt x="119569" y="2113"/>
                </a:cubicBezTo>
                <a:lnTo>
                  <a:pt x="125620" y="31991"/>
                </a:lnTo>
                <a:lnTo>
                  <a:pt x="155498" y="38042"/>
                </a:lnTo>
                <a:cubicBezTo>
                  <a:pt x="157756" y="38505"/>
                  <a:pt x="159667" y="40069"/>
                  <a:pt x="160535" y="42182"/>
                </a:cubicBezTo>
                <a:cubicBezTo>
                  <a:pt x="161404" y="44296"/>
                  <a:pt x="161172" y="46756"/>
                  <a:pt x="159898" y="48696"/>
                </a:cubicBezTo>
                <a:lnTo>
                  <a:pt x="143049" y="74116"/>
                </a:lnTo>
                <a:lnTo>
                  <a:pt x="159898" y="99535"/>
                </a:lnTo>
                <a:cubicBezTo>
                  <a:pt x="161172" y="101475"/>
                  <a:pt x="161404" y="103906"/>
                  <a:pt x="160535" y="106049"/>
                </a:cubicBezTo>
                <a:cubicBezTo>
                  <a:pt x="159667" y="108191"/>
                  <a:pt x="157756" y="109755"/>
                  <a:pt x="155498" y="110189"/>
                </a:cubicBezTo>
                <a:lnTo>
                  <a:pt x="125591" y="116211"/>
                </a:lnTo>
                <a:lnTo>
                  <a:pt x="119569" y="146118"/>
                </a:lnTo>
                <a:cubicBezTo>
                  <a:pt x="119106" y="148376"/>
                  <a:pt x="117543" y="150287"/>
                  <a:pt x="115429" y="151155"/>
                </a:cubicBezTo>
                <a:cubicBezTo>
                  <a:pt x="113316" y="152024"/>
                  <a:pt x="110855" y="151792"/>
                  <a:pt x="108915" y="150518"/>
                </a:cubicBezTo>
                <a:lnTo>
                  <a:pt x="83496" y="133668"/>
                </a:lnTo>
                <a:lnTo>
                  <a:pt x="58076" y="150518"/>
                </a:lnTo>
                <a:cubicBezTo>
                  <a:pt x="56137" y="151792"/>
                  <a:pt x="53705" y="152024"/>
                  <a:pt x="51562" y="151155"/>
                </a:cubicBezTo>
                <a:cubicBezTo>
                  <a:pt x="49420" y="150287"/>
                  <a:pt x="47857" y="148376"/>
                  <a:pt x="47422" y="146118"/>
                </a:cubicBezTo>
                <a:lnTo>
                  <a:pt x="41400" y="116211"/>
                </a:lnTo>
                <a:lnTo>
                  <a:pt x="11494" y="110160"/>
                </a:lnTo>
                <a:cubicBezTo>
                  <a:pt x="9235" y="109697"/>
                  <a:pt x="7325" y="108133"/>
                  <a:pt x="6456" y="106020"/>
                </a:cubicBezTo>
                <a:cubicBezTo>
                  <a:pt x="5588" y="103906"/>
                  <a:pt x="5819" y="101446"/>
                  <a:pt x="7093" y="99506"/>
                </a:cubicBezTo>
                <a:lnTo>
                  <a:pt x="23943" y="74116"/>
                </a:lnTo>
                <a:lnTo>
                  <a:pt x="7093" y="48696"/>
                </a:lnTo>
                <a:cubicBezTo>
                  <a:pt x="5819" y="46756"/>
                  <a:pt x="5588" y="44325"/>
                  <a:pt x="6456" y="42182"/>
                </a:cubicBezTo>
                <a:cubicBezTo>
                  <a:pt x="7325" y="40040"/>
                  <a:pt x="9235" y="38476"/>
                  <a:pt x="11494" y="38042"/>
                </a:cubicBezTo>
                <a:lnTo>
                  <a:pt x="41400" y="32020"/>
                </a:lnTo>
                <a:lnTo>
                  <a:pt x="47451" y="2113"/>
                </a:lnTo>
                <a:cubicBezTo>
                  <a:pt x="47915" y="-145"/>
                  <a:pt x="49478" y="-2056"/>
                  <a:pt x="51591" y="-2924"/>
                </a:cubicBezTo>
                <a:close/>
                <a:moveTo>
                  <a:pt x="60103" y="74116"/>
                </a:moveTo>
                <a:cubicBezTo>
                  <a:pt x="60103" y="65799"/>
                  <a:pt x="64540" y="58115"/>
                  <a:pt x="71741" y="53957"/>
                </a:cubicBezTo>
                <a:cubicBezTo>
                  <a:pt x="78943" y="49799"/>
                  <a:pt x="87816" y="49799"/>
                  <a:pt x="95018" y="53957"/>
                </a:cubicBezTo>
                <a:cubicBezTo>
                  <a:pt x="102220" y="58115"/>
                  <a:pt x="106657" y="65799"/>
                  <a:pt x="106657" y="74116"/>
                </a:cubicBezTo>
                <a:cubicBezTo>
                  <a:pt x="106657" y="86962"/>
                  <a:pt x="96227" y="97392"/>
                  <a:pt x="83380" y="97392"/>
                </a:cubicBezTo>
                <a:cubicBezTo>
                  <a:pt x="70533" y="97392"/>
                  <a:pt x="60103" y="86962"/>
                  <a:pt x="60103" y="74116"/>
                </a:cubicBezTo>
                <a:close/>
                <a:moveTo>
                  <a:pt x="120553" y="74116"/>
                </a:moveTo>
                <a:cubicBezTo>
                  <a:pt x="120553" y="53599"/>
                  <a:pt x="103897" y="36942"/>
                  <a:pt x="83380" y="36942"/>
                </a:cubicBezTo>
                <a:cubicBezTo>
                  <a:pt x="62863" y="36942"/>
                  <a:pt x="46206" y="53599"/>
                  <a:pt x="46206" y="74116"/>
                </a:cubicBezTo>
                <a:cubicBezTo>
                  <a:pt x="46206" y="87396"/>
                  <a:pt x="53292" y="99668"/>
                  <a:pt x="64793" y="106309"/>
                </a:cubicBezTo>
                <a:cubicBezTo>
                  <a:pt x="76295" y="112949"/>
                  <a:pt x="90465" y="112949"/>
                  <a:pt x="101967" y="106309"/>
                </a:cubicBezTo>
                <a:cubicBezTo>
                  <a:pt x="113468" y="99668"/>
                  <a:pt x="120553" y="87396"/>
                  <a:pt x="120553" y="74116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80" name="Text 78"/>
          <p:cNvSpPr/>
          <p:nvPr/>
        </p:nvSpPr>
        <p:spPr>
          <a:xfrm>
            <a:off x="6723897" y="6373933"/>
            <a:ext cx="217714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Season/Month</a:t>
            </a:r>
            <a:pPr>
              <a:lnSpc>
                <a:spcPct val="130000"/>
              </a:lnSpc>
            </a:pPr>
            <a:r>
              <a:rPr lang="en-US" sz="1167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Seasonal trends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" name="Shape 1"/>
          <p:cNvSpPr/>
          <p:nvPr/>
        </p:nvSpPr>
        <p:spPr>
          <a:xfrm>
            <a:off x="504825" y="609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411480"/>
            <a:ext cx="90511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5924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Methodology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66800" y="1181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409700"/>
            <a:ext cx="7115175" cy="2743200"/>
          </a:xfrm>
          <a:custGeom>
            <a:avLst/>
            <a:gdLst/>
            <a:ahLst/>
            <a:cxnLst/>
            <a:rect l="l" t="t" r="r" b="b"/>
            <a:pathLst>
              <a:path w="7115175" h="2743200">
                <a:moveTo>
                  <a:pt x="38100" y="0"/>
                </a:moveTo>
                <a:lnTo>
                  <a:pt x="7000866" y="0"/>
                </a:lnTo>
                <a:cubicBezTo>
                  <a:pt x="7063997" y="0"/>
                  <a:pt x="7115175" y="51178"/>
                  <a:pt x="7115175" y="114309"/>
                </a:cubicBezTo>
                <a:lnTo>
                  <a:pt x="7115175" y="2628891"/>
                </a:lnTo>
                <a:cubicBezTo>
                  <a:pt x="7115175" y="2692022"/>
                  <a:pt x="7063997" y="2743200"/>
                  <a:pt x="7000866" y="2743200"/>
                </a:cubicBezTo>
                <a:lnTo>
                  <a:pt x="38100" y="2743200"/>
                </a:lnTo>
                <a:cubicBezTo>
                  <a:pt x="17072" y="2743200"/>
                  <a:pt x="0" y="2726128"/>
                  <a:pt x="0" y="2705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0050" y="1409700"/>
            <a:ext cx="38100" cy="2743200"/>
          </a:xfrm>
          <a:custGeom>
            <a:avLst/>
            <a:gdLst/>
            <a:ahLst/>
            <a:cxnLst/>
            <a:rect l="l" t="t" r="r" b="b"/>
            <a:pathLst>
              <a:path w="38100" h="2743200">
                <a:moveTo>
                  <a:pt x="38100" y="0"/>
                </a:moveTo>
                <a:lnTo>
                  <a:pt x="38100" y="0"/>
                </a:lnTo>
                <a:lnTo>
                  <a:pt x="38100" y="2743200"/>
                </a:lnTo>
                <a:lnTo>
                  <a:pt x="38100" y="2743200"/>
                </a:lnTo>
                <a:cubicBezTo>
                  <a:pt x="17072" y="2743200"/>
                  <a:pt x="0" y="2726128"/>
                  <a:pt x="0" y="2705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9" name="Shape 7"/>
          <p:cNvSpPr/>
          <p:nvPr/>
        </p:nvSpPr>
        <p:spPr>
          <a:xfrm>
            <a:off x="6477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10" name="Shape 8"/>
          <p:cNvSpPr/>
          <p:nvPr/>
        </p:nvSpPr>
        <p:spPr>
          <a:xfrm>
            <a:off x="80010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1733550"/>
            <a:ext cx="2619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Overview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" y="2324100"/>
            <a:ext cx="67246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five-stage approach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transform raw data into analysis-ready format, ensuring quality and consistency throughout the process.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9411" y="30718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244" y="3205163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681413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Loading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50651" y="30718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7" name="Text 15"/>
          <p:cNvSpPr/>
          <p:nvPr/>
        </p:nvSpPr>
        <p:spPr>
          <a:xfrm>
            <a:off x="2521148" y="3205163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60840" y="3681413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02010" y="30718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20" name="Text 18"/>
          <p:cNvSpPr/>
          <p:nvPr/>
        </p:nvSpPr>
        <p:spPr>
          <a:xfrm>
            <a:off x="3870127" y="3205163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12081" y="3681413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53251" y="30718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3" name="Text 21"/>
          <p:cNvSpPr/>
          <p:nvPr/>
        </p:nvSpPr>
        <p:spPr>
          <a:xfrm>
            <a:off x="5223867" y="3205163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3681413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4610" y="30718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26" name="Text 24"/>
          <p:cNvSpPr/>
          <p:nvPr/>
        </p:nvSpPr>
        <p:spPr>
          <a:xfrm>
            <a:off x="6572369" y="3205163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14681" y="3681413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305300"/>
            <a:ext cx="7115175" cy="2171700"/>
          </a:xfrm>
          <a:custGeom>
            <a:avLst/>
            <a:gdLst/>
            <a:ahLst/>
            <a:cxnLst/>
            <a:rect l="l" t="t" r="r" b="b"/>
            <a:pathLst>
              <a:path w="7115175" h="2171700">
                <a:moveTo>
                  <a:pt x="38100" y="0"/>
                </a:moveTo>
                <a:lnTo>
                  <a:pt x="7000878" y="0"/>
                </a:lnTo>
                <a:cubicBezTo>
                  <a:pt x="7064003" y="0"/>
                  <a:pt x="7115175" y="51172"/>
                  <a:pt x="7115175" y="114297"/>
                </a:cubicBezTo>
                <a:lnTo>
                  <a:pt x="7115175" y="2057403"/>
                </a:lnTo>
                <a:cubicBezTo>
                  <a:pt x="7115175" y="2120528"/>
                  <a:pt x="7064003" y="2171700"/>
                  <a:pt x="7000878" y="2171700"/>
                </a:cubicBez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0050" y="4305300"/>
            <a:ext cx="38100" cy="2171700"/>
          </a:xfrm>
          <a:custGeom>
            <a:avLst/>
            <a:gdLst/>
            <a:ahLst/>
            <a:cxnLst/>
            <a:rect l="l" t="t" r="r" b="b"/>
            <a:pathLst>
              <a:path w="38100" h="2171700">
                <a:moveTo>
                  <a:pt x="38100" y="0"/>
                </a:moveTo>
                <a:lnTo>
                  <a:pt x="38100" y="0"/>
                </a:lnTo>
                <a:lnTo>
                  <a:pt x="38100" y="2171700"/>
                </a:ln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700" y="4533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1" name="Shape 29"/>
          <p:cNvSpPr/>
          <p:nvPr/>
        </p:nvSpPr>
        <p:spPr>
          <a:xfrm>
            <a:off x="828675" y="4686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295400" y="4648200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7700" y="5219700"/>
            <a:ext cx="3267075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380998"/>
                </a:lnTo>
                <a:cubicBezTo>
                  <a:pt x="3267075" y="423083"/>
                  <a:pt x="3232958" y="457200"/>
                  <a:pt x="31908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4" name="Shape 32"/>
          <p:cNvSpPr/>
          <p:nvPr/>
        </p:nvSpPr>
        <p:spPr>
          <a:xfrm>
            <a:off x="785813" y="535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5" name="Text 33"/>
          <p:cNvSpPr/>
          <p:nvPr/>
        </p:nvSpPr>
        <p:spPr>
          <a:xfrm>
            <a:off x="1114425" y="533400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25860" y="5219700"/>
            <a:ext cx="3267075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380998"/>
                </a:lnTo>
                <a:cubicBezTo>
                  <a:pt x="3267075" y="423083"/>
                  <a:pt x="3232958" y="457200"/>
                  <a:pt x="31908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7" name="Shape 35"/>
          <p:cNvSpPr/>
          <p:nvPr/>
        </p:nvSpPr>
        <p:spPr>
          <a:xfrm>
            <a:off x="4187785" y="53530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8" name="Text 36"/>
          <p:cNvSpPr/>
          <p:nvPr/>
        </p:nvSpPr>
        <p:spPr>
          <a:xfrm>
            <a:off x="4492585" y="533400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7700" y="5791200"/>
            <a:ext cx="3267075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380998"/>
                </a:lnTo>
                <a:cubicBezTo>
                  <a:pt x="3267075" y="423083"/>
                  <a:pt x="3232958" y="457200"/>
                  <a:pt x="31908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0" name="Shape 38"/>
          <p:cNvSpPr/>
          <p:nvPr/>
        </p:nvSpPr>
        <p:spPr>
          <a:xfrm>
            <a:off x="785813" y="5924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41" name="Text 39"/>
          <p:cNvSpPr/>
          <p:nvPr/>
        </p:nvSpPr>
        <p:spPr>
          <a:xfrm>
            <a:off x="1114425" y="590550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025860" y="5791200"/>
            <a:ext cx="3267075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380998"/>
                </a:lnTo>
                <a:cubicBezTo>
                  <a:pt x="3267075" y="423083"/>
                  <a:pt x="3232958" y="457200"/>
                  <a:pt x="31908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3" name="Shape 41"/>
          <p:cNvSpPr/>
          <p:nvPr/>
        </p:nvSpPr>
        <p:spPr>
          <a:xfrm>
            <a:off x="4163973" y="5924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44" name="Text 42"/>
          <p:cNvSpPr/>
          <p:nvPr/>
        </p:nvSpPr>
        <p:spPr>
          <a:xfrm>
            <a:off x="4492585" y="590550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766090" y="1409700"/>
            <a:ext cx="4048125" cy="5067300"/>
          </a:xfrm>
          <a:custGeom>
            <a:avLst/>
            <a:gdLst/>
            <a:ahLst/>
            <a:cxnLst/>
            <a:rect l="l" t="t" r="r" b="b"/>
            <a:pathLst>
              <a:path w="4048125" h="5067300">
                <a:moveTo>
                  <a:pt x="38100" y="0"/>
                </a:moveTo>
                <a:lnTo>
                  <a:pt x="3933806" y="0"/>
                </a:lnTo>
                <a:cubicBezTo>
                  <a:pt x="3996943" y="0"/>
                  <a:pt x="4048125" y="51182"/>
                  <a:pt x="4048125" y="114319"/>
                </a:cubicBezTo>
                <a:lnTo>
                  <a:pt x="4048125" y="4952981"/>
                </a:lnTo>
                <a:cubicBezTo>
                  <a:pt x="4048125" y="5016118"/>
                  <a:pt x="3996943" y="5067300"/>
                  <a:pt x="3933806" y="5067300"/>
                </a:cubicBezTo>
                <a:lnTo>
                  <a:pt x="38100" y="5067300"/>
                </a:lnTo>
                <a:cubicBezTo>
                  <a:pt x="17072" y="5067300"/>
                  <a:pt x="0" y="5050228"/>
                  <a:pt x="0" y="502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766090" y="1409700"/>
            <a:ext cx="38100" cy="5067300"/>
          </a:xfrm>
          <a:custGeom>
            <a:avLst/>
            <a:gdLst/>
            <a:ahLst/>
            <a:cxnLst/>
            <a:rect l="l" t="t" r="r" b="b"/>
            <a:pathLst>
              <a:path w="38100" h="5067300">
                <a:moveTo>
                  <a:pt x="38100" y="0"/>
                </a:moveTo>
                <a:lnTo>
                  <a:pt x="38100" y="0"/>
                </a:lnTo>
                <a:lnTo>
                  <a:pt x="38100" y="5067300"/>
                </a:lnTo>
                <a:lnTo>
                  <a:pt x="38100" y="5067300"/>
                </a:lnTo>
                <a:cubicBezTo>
                  <a:pt x="17072" y="5067300"/>
                  <a:pt x="0" y="5050228"/>
                  <a:pt x="0" y="502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47" name="Shape 45"/>
          <p:cNvSpPr/>
          <p:nvPr/>
        </p:nvSpPr>
        <p:spPr>
          <a:xfrm>
            <a:off x="801374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48" name="Shape 46"/>
          <p:cNvSpPr/>
          <p:nvPr/>
        </p:nvSpPr>
        <p:spPr>
          <a:xfrm>
            <a:off x="8151852" y="1790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8661440" y="1752600"/>
            <a:ext cx="1247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13740" y="2476500"/>
            <a:ext cx="3571875" cy="1066800"/>
          </a:xfrm>
          <a:custGeom>
            <a:avLst/>
            <a:gdLst/>
            <a:ahLst/>
            <a:cxnLst/>
            <a:rect l="l" t="t" r="r" b="b"/>
            <a:pathLst>
              <a:path w="3571875" h="1066800">
                <a:moveTo>
                  <a:pt x="114297" y="0"/>
                </a:moveTo>
                <a:lnTo>
                  <a:pt x="3457578" y="0"/>
                </a:lnTo>
                <a:cubicBezTo>
                  <a:pt x="3520703" y="0"/>
                  <a:pt x="3571875" y="51172"/>
                  <a:pt x="3571875" y="114297"/>
                </a:cubicBezTo>
                <a:lnTo>
                  <a:pt x="3571875" y="952503"/>
                </a:lnTo>
                <a:cubicBezTo>
                  <a:pt x="3571875" y="1015628"/>
                  <a:pt x="3520703" y="1066800"/>
                  <a:pt x="3457578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1" name="Shape 49"/>
          <p:cNvSpPr/>
          <p:nvPr/>
        </p:nvSpPr>
        <p:spPr>
          <a:xfrm>
            <a:off x="8166140" y="2628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52" name="Shape 50"/>
          <p:cNvSpPr/>
          <p:nvPr/>
        </p:nvSpPr>
        <p:spPr>
          <a:xfrm>
            <a:off x="8294727" y="2743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8775740" y="2628900"/>
            <a:ext cx="275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775740" y="2933700"/>
            <a:ext cx="2733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programming language for data manipulation and automation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013740" y="3771900"/>
            <a:ext cx="3571875" cy="1066800"/>
          </a:xfrm>
          <a:custGeom>
            <a:avLst/>
            <a:gdLst/>
            <a:ahLst/>
            <a:cxnLst/>
            <a:rect l="l" t="t" r="r" b="b"/>
            <a:pathLst>
              <a:path w="3571875" h="1066800">
                <a:moveTo>
                  <a:pt x="114297" y="0"/>
                </a:moveTo>
                <a:lnTo>
                  <a:pt x="3457578" y="0"/>
                </a:lnTo>
                <a:cubicBezTo>
                  <a:pt x="3520703" y="0"/>
                  <a:pt x="3571875" y="51172"/>
                  <a:pt x="3571875" y="114297"/>
                </a:cubicBezTo>
                <a:lnTo>
                  <a:pt x="3571875" y="952503"/>
                </a:lnTo>
                <a:cubicBezTo>
                  <a:pt x="3571875" y="1015628"/>
                  <a:pt x="3520703" y="1066800"/>
                  <a:pt x="3457578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6" name="Shape 54"/>
          <p:cNvSpPr/>
          <p:nvPr/>
        </p:nvSpPr>
        <p:spPr>
          <a:xfrm>
            <a:off x="8166140" y="3924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57" name="Shape 55"/>
          <p:cNvSpPr/>
          <p:nvPr/>
        </p:nvSpPr>
        <p:spPr>
          <a:xfrm>
            <a:off x="8294727" y="4038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71438"/>
                </a:moveTo>
                <a:lnTo>
                  <a:pt x="114300" y="114300"/>
                </a:lnTo>
                <a:lnTo>
                  <a:pt x="171450" y="114300"/>
                </a:lnTo>
                <a:lnTo>
                  <a:pt x="171450" y="71438"/>
                </a:lnTo>
                <a:lnTo>
                  <a:pt x="114300" y="71438"/>
                </a:lnTo>
                <a:close/>
                <a:moveTo>
                  <a:pt x="85725" y="71438"/>
                </a:moveTo>
                <a:lnTo>
                  <a:pt x="28575" y="71438"/>
                </a:lnTo>
                <a:lnTo>
                  <a:pt x="28575" y="114300"/>
                </a:lnTo>
                <a:lnTo>
                  <a:pt x="85725" y="114300"/>
                </a:lnTo>
                <a:lnTo>
                  <a:pt x="85725" y="71438"/>
                </a:lnTo>
                <a:close/>
                <a:moveTo>
                  <a:pt x="0" y="142875"/>
                </a:move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42875"/>
                </a:lnTo>
                <a:close/>
                <a:moveTo>
                  <a:pt x="171450" y="142875"/>
                </a:moveTo>
                <a:lnTo>
                  <a:pt x="114300" y="142875"/>
                </a:lnTo>
                <a:lnTo>
                  <a:pt x="114300" y="185738"/>
                </a:lnTo>
                <a:lnTo>
                  <a:pt x="171450" y="185738"/>
                </a:lnTo>
                <a:lnTo>
                  <a:pt x="171450" y="142875"/>
                </a:lnTo>
                <a:close/>
                <a:moveTo>
                  <a:pt x="85725" y="185738"/>
                </a:moveTo>
                <a:lnTo>
                  <a:pt x="85725" y="142875"/>
                </a:lnTo>
                <a:lnTo>
                  <a:pt x="28575" y="142875"/>
                </a:lnTo>
                <a:lnTo>
                  <a:pt x="28575" y="185738"/>
                </a:lnTo>
                <a:lnTo>
                  <a:pt x="85725" y="1857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775740" y="3924300"/>
            <a:ext cx="275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775740" y="4229100"/>
            <a:ext cx="2733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 for data structures and analysis operations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013740" y="5067300"/>
            <a:ext cx="3571875" cy="1066800"/>
          </a:xfrm>
          <a:custGeom>
            <a:avLst/>
            <a:gdLst/>
            <a:ahLst/>
            <a:cxnLst/>
            <a:rect l="l" t="t" r="r" b="b"/>
            <a:pathLst>
              <a:path w="3571875" h="1066800">
                <a:moveTo>
                  <a:pt x="114297" y="0"/>
                </a:moveTo>
                <a:lnTo>
                  <a:pt x="3457578" y="0"/>
                </a:lnTo>
                <a:cubicBezTo>
                  <a:pt x="3520703" y="0"/>
                  <a:pt x="3571875" y="51172"/>
                  <a:pt x="3571875" y="114297"/>
                </a:cubicBezTo>
                <a:lnTo>
                  <a:pt x="3571875" y="952503"/>
                </a:lnTo>
                <a:cubicBezTo>
                  <a:pt x="3571875" y="1015628"/>
                  <a:pt x="3520703" y="1066800"/>
                  <a:pt x="3457578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1" name="Shape 59"/>
          <p:cNvSpPr/>
          <p:nvPr/>
        </p:nvSpPr>
        <p:spPr>
          <a:xfrm>
            <a:off x="8166140" y="521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62" name="Shape 60"/>
          <p:cNvSpPr/>
          <p:nvPr/>
        </p:nvSpPr>
        <p:spPr>
          <a:xfrm>
            <a:off x="8309015" y="5334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73223" y="119077"/>
                </a:moveTo>
                <a:cubicBezTo>
                  <a:pt x="69919" y="114166"/>
                  <a:pt x="63267" y="112827"/>
                  <a:pt x="58356" y="116086"/>
                </a:cubicBezTo>
                <a:cubicBezTo>
                  <a:pt x="53444" y="119345"/>
                  <a:pt x="52105" y="126043"/>
                  <a:pt x="55364" y="130954"/>
                </a:cubicBezTo>
                <a:lnTo>
                  <a:pt x="72866" y="157163"/>
                </a:lnTo>
                <a:lnTo>
                  <a:pt x="55364" y="183371"/>
                </a:lnTo>
                <a:cubicBezTo>
                  <a:pt x="52060" y="188282"/>
                  <a:pt x="53400" y="194935"/>
                  <a:pt x="58356" y="198239"/>
                </a:cubicBezTo>
                <a:cubicBezTo>
                  <a:pt x="63311" y="201543"/>
                  <a:pt x="69919" y="200204"/>
                  <a:pt x="73223" y="195248"/>
                </a:cubicBezTo>
                <a:lnTo>
                  <a:pt x="85725" y="176495"/>
                </a:lnTo>
                <a:lnTo>
                  <a:pt x="98227" y="195248"/>
                </a:lnTo>
                <a:cubicBezTo>
                  <a:pt x="101531" y="200159"/>
                  <a:pt x="108183" y="201498"/>
                  <a:pt x="113094" y="198239"/>
                </a:cubicBezTo>
                <a:cubicBezTo>
                  <a:pt x="118006" y="194980"/>
                  <a:pt x="119345" y="188282"/>
                  <a:pt x="116086" y="183371"/>
                </a:cubicBezTo>
                <a:lnTo>
                  <a:pt x="98584" y="157163"/>
                </a:lnTo>
                <a:lnTo>
                  <a:pt x="116086" y="130954"/>
                </a:lnTo>
                <a:cubicBezTo>
                  <a:pt x="119390" y="126043"/>
                  <a:pt x="118050" y="119390"/>
                  <a:pt x="113094" y="116086"/>
                </a:cubicBezTo>
                <a:cubicBezTo>
                  <a:pt x="108139" y="112782"/>
                  <a:pt x="101531" y="114121"/>
                  <a:pt x="98227" y="119077"/>
                </a:cubicBezTo>
                <a:lnTo>
                  <a:pt x="85725" y="137830"/>
                </a:lnTo>
                <a:lnTo>
                  <a:pt x="73223" y="11907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8775740" y="5219700"/>
            <a:ext cx="275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775740" y="5524500"/>
            <a:ext cx="2733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data review and final output format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0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411480"/>
            <a:ext cx="142696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5248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Preprocessing Steps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66800" y="1181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390650"/>
            <a:ext cx="3705225" cy="2571750"/>
          </a:xfrm>
          <a:custGeom>
            <a:avLst/>
            <a:gdLst/>
            <a:ahLst/>
            <a:cxnLst/>
            <a:rect l="l" t="t" r="r" b="b"/>
            <a:pathLst>
              <a:path w="3705225" h="2571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457461"/>
                </a:lnTo>
                <a:cubicBezTo>
                  <a:pt x="3705225" y="2520581"/>
                  <a:pt x="3654056" y="2571750"/>
                  <a:pt x="3590936" y="2571750"/>
                </a:cubicBezTo>
                <a:lnTo>
                  <a:pt x="114289" y="2571750"/>
                </a:lnTo>
                <a:cubicBezTo>
                  <a:pt x="51211" y="2571750"/>
                  <a:pt x="0" y="2520539"/>
                  <a:pt x="0" y="245746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1000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10" name="Text 8"/>
          <p:cNvSpPr/>
          <p:nvPr/>
        </p:nvSpPr>
        <p:spPr>
          <a:xfrm>
            <a:off x="769858" y="1695450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695450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 Handling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1717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and addressed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incomplete data entries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ensure dataset completeness.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884" y="2743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4" name="Text 12"/>
          <p:cNvSpPr/>
          <p:nvPr/>
        </p:nvSpPr>
        <p:spPr>
          <a:xfrm>
            <a:off x="814388" y="2705100"/>
            <a:ext cx="2600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 value detection across all features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884" y="3048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6" name="Text 14"/>
          <p:cNvSpPr/>
          <p:nvPr/>
        </p:nvSpPr>
        <p:spPr>
          <a:xfrm>
            <a:off x="814388" y="300990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imputation based on data type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122" y="3352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8" name="Text 16"/>
          <p:cNvSpPr/>
          <p:nvPr/>
        </p:nvSpPr>
        <p:spPr>
          <a:xfrm>
            <a:off x="811173" y="3314700"/>
            <a:ext cx="3162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Removal of records with excessive missing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1721" y="1390650"/>
            <a:ext cx="3705225" cy="2571750"/>
          </a:xfrm>
          <a:custGeom>
            <a:avLst/>
            <a:gdLst/>
            <a:ahLst/>
            <a:cxnLst/>
            <a:rect l="l" t="t" r="r" b="b"/>
            <a:pathLst>
              <a:path w="3705225" h="2571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457461"/>
                </a:lnTo>
                <a:cubicBezTo>
                  <a:pt x="3705225" y="2520581"/>
                  <a:pt x="3654056" y="2571750"/>
                  <a:pt x="3590936" y="2571750"/>
                </a:cubicBezTo>
                <a:lnTo>
                  <a:pt x="114289" y="2571750"/>
                </a:lnTo>
                <a:cubicBezTo>
                  <a:pt x="51211" y="2571750"/>
                  <a:pt x="0" y="2520539"/>
                  <a:pt x="0" y="245746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41721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2221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2" name="Text 20"/>
          <p:cNvSpPr/>
          <p:nvPr/>
        </p:nvSpPr>
        <p:spPr>
          <a:xfrm>
            <a:off x="4612243" y="16954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03721" y="1695450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Type Standardization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2221" y="21717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9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data formats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accurate analysis and processing.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59605" y="2971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26" name="Text 24"/>
          <p:cNvSpPr/>
          <p:nvPr/>
        </p:nvSpPr>
        <p:spPr>
          <a:xfrm>
            <a:off x="4675108" y="2933700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 fields converted to proper types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59605" y="3276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28" name="Text 26"/>
          <p:cNvSpPr/>
          <p:nvPr/>
        </p:nvSpPr>
        <p:spPr>
          <a:xfrm>
            <a:off x="4675108" y="323850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Date-time formats unified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59605" y="3581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0" name="Text 28"/>
          <p:cNvSpPr/>
          <p:nvPr/>
        </p:nvSpPr>
        <p:spPr>
          <a:xfrm>
            <a:off x="4675108" y="354330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variables properly encoded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2561" y="1390650"/>
            <a:ext cx="3705225" cy="2571750"/>
          </a:xfrm>
          <a:custGeom>
            <a:avLst/>
            <a:gdLst/>
            <a:ahLst/>
            <a:cxnLst/>
            <a:rect l="l" t="t" r="r" b="b"/>
            <a:pathLst>
              <a:path w="3705225" h="2571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457461"/>
                </a:lnTo>
                <a:cubicBezTo>
                  <a:pt x="3705225" y="2520581"/>
                  <a:pt x="3654056" y="2571750"/>
                  <a:pt x="3590936" y="2571750"/>
                </a:cubicBezTo>
                <a:lnTo>
                  <a:pt x="114289" y="2571750"/>
                </a:lnTo>
                <a:cubicBezTo>
                  <a:pt x="51211" y="2571750"/>
                  <a:pt x="0" y="2520539"/>
                  <a:pt x="0" y="245746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02561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3" name="Shape 31"/>
          <p:cNvSpPr/>
          <p:nvPr/>
        </p:nvSpPr>
        <p:spPr>
          <a:xfrm>
            <a:off x="8293061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4" name="Text 32"/>
          <p:cNvSpPr/>
          <p:nvPr/>
        </p:nvSpPr>
        <p:spPr>
          <a:xfrm>
            <a:off x="8470702" y="1695450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64561" y="169545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Duplicate Checking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93061" y="21717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redundant records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maintain data integrity and accuracy.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20445" y="2971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8" name="Text 36"/>
          <p:cNvSpPr/>
          <p:nvPr/>
        </p:nvSpPr>
        <p:spPr>
          <a:xfrm>
            <a:off x="8535948" y="2933700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Cross-field duplicate identification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20445" y="3276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40" name="Text 38"/>
          <p:cNvSpPr/>
          <p:nvPr/>
        </p:nvSpPr>
        <p:spPr>
          <a:xfrm>
            <a:off x="8535948" y="3238500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 of most complete records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0445" y="3581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42" name="Text 40"/>
          <p:cNvSpPr/>
          <p:nvPr/>
        </p:nvSpPr>
        <p:spPr>
          <a:xfrm>
            <a:off x="8535948" y="35433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Verification of removal accuracy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1000" y="4133850"/>
            <a:ext cx="3705225" cy="2343150"/>
          </a:xfrm>
          <a:custGeom>
            <a:avLst/>
            <a:gdLst/>
            <a:ahLst/>
            <a:cxnLst/>
            <a:rect l="l" t="t" r="r" b="b"/>
            <a:pathLst>
              <a:path w="3705225" h="2343150">
                <a:moveTo>
                  <a:pt x="38100" y="0"/>
                </a:moveTo>
                <a:lnTo>
                  <a:pt x="3667125" y="0"/>
                </a:lnTo>
                <a:cubicBezTo>
                  <a:pt x="3688167" y="0"/>
                  <a:pt x="3705225" y="17058"/>
                  <a:pt x="3705225" y="38100"/>
                </a:cubicBezTo>
                <a:lnTo>
                  <a:pt x="3705225" y="2228851"/>
                </a:lnTo>
                <a:cubicBezTo>
                  <a:pt x="3705225" y="2291977"/>
                  <a:pt x="3654052" y="2343150"/>
                  <a:pt x="3590926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81000" y="41338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45" name="Shape 43"/>
          <p:cNvSpPr/>
          <p:nvPr/>
        </p:nvSpPr>
        <p:spPr>
          <a:xfrm>
            <a:off x="571500" y="434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46" name="Text 44"/>
          <p:cNvSpPr/>
          <p:nvPr/>
        </p:nvSpPr>
        <p:spPr>
          <a:xfrm>
            <a:off x="751642" y="44386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43000" y="4438650"/>
            <a:ext cx="233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Recalculation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71500" y="4914900"/>
            <a:ext cx="3400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Validated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9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recalculated engagement metrics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consistency.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98884" y="5486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50" name="Text 48"/>
          <p:cNvSpPr/>
          <p:nvPr/>
        </p:nvSpPr>
        <p:spPr>
          <a:xfrm>
            <a:off x="814388" y="544830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 verification of reaction counts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98884" y="5791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52" name="Text 50"/>
          <p:cNvSpPr/>
          <p:nvPr/>
        </p:nvSpPr>
        <p:spPr>
          <a:xfrm>
            <a:off x="814388" y="5753100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engagement score computation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98884" y="6096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54" name="Text 52"/>
          <p:cNvSpPr/>
          <p:nvPr/>
        </p:nvSpPr>
        <p:spPr>
          <a:xfrm>
            <a:off x="814388" y="6057900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 detection and treatment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41721" y="4133850"/>
            <a:ext cx="7572375" cy="2343150"/>
          </a:xfrm>
          <a:custGeom>
            <a:avLst/>
            <a:gdLst/>
            <a:ahLst/>
            <a:cxnLst/>
            <a:rect l="l" t="t" r="r" b="b"/>
            <a:pathLst>
              <a:path w="7572375" h="2343150">
                <a:moveTo>
                  <a:pt x="38100" y="0"/>
                </a:moveTo>
                <a:lnTo>
                  <a:pt x="7534275" y="0"/>
                </a:lnTo>
                <a:cubicBezTo>
                  <a:pt x="7555317" y="0"/>
                  <a:pt x="7572375" y="17058"/>
                  <a:pt x="7572375" y="38100"/>
                </a:cubicBezTo>
                <a:lnTo>
                  <a:pt x="7572375" y="2228851"/>
                </a:lnTo>
                <a:cubicBezTo>
                  <a:pt x="7572375" y="2291977"/>
                  <a:pt x="7521202" y="2343150"/>
                  <a:pt x="7458076" y="2343150"/>
                </a:cubicBezTo>
                <a:lnTo>
                  <a:pt x="114299" y="2343150"/>
                </a:lnTo>
                <a:cubicBezTo>
                  <a:pt x="51173" y="2343150"/>
                  <a:pt x="0" y="2291977"/>
                  <a:pt x="0" y="222885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241721" y="4133850"/>
            <a:ext cx="7572375" cy="38100"/>
          </a:xfrm>
          <a:custGeom>
            <a:avLst/>
            <a:gdLst/>
            <a:ahLst/>
            <a:cxnLst/>
            <a:rect l="l" t="t" r="r" b="b"/>
            <a:pathLst>
              <a:path w="7572375" h="38100">
                <a:moveTo>
                  <a:pt x="38100" y="0"/>
                </a:moveTo>
                <a:lnTo>
                  <a:pt x="7534275" y="0"/>
                </a:lnTo>
                <a:cubicBezTo>
                  <a:pt x="7555303" y="0"/>
                  <a:pt x="7572375" y="17072"/>
                  <a:pt x="7572375" y="38100"/>
                </a:cubicBezTo>
                <a:lnTo>
                  <a:pt x="75723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57" name="Shape 55"/>
          <p:cNvSpPr/>
          <p:nvPr/>
        </p:nvSpPr>
        <p:spPr>
          <a:xfrm>
            <a:off x="4432221" y="434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58" name="Text 56"/>
          <p:cNvSpPr/>
          <p:nvPr/>
        </p:nvSpPr>
        <p:spPr>
          <a:xfrm>
            <a:off x="4609505" y="4438650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003721" y="4438650"/>
            <a:ext cx="248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&amp; Time Validation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432221" y="4914900"/>
            <a:ext cx="726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of sentiment labels and temporal data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reliable trend analysis.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59605" y="5791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62" name="Text 60"/>
          <p:cNvSpPr/>
          <p:nvPr/>
        </p:nvSpPr>
        <p:spPr>
          <a:xfrm>
            <a:off x="4675108" y="5753100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score range validation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129826" y="5791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64" name="Text 62"/>
          <p:cNvSpPr/>
          <p:nvPr/>
        </p:nvSpPr>
        <p:spPr>
          <a:xfrm>
            <a:off x="8345329" y="575310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consistency checks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459605" y="6096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66" name="Text 64"/>
          <p:cNvSpPr/>
          <p:nvPr/>
        </p:nvSpPr>
        <p:spPr>
          <a:xfrm>
            <a:off x="4675108" y="605790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 consistency of reactions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129826" y="6096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68" name="Text 66"/>
          <p:cNvSpPr/>
          <p:nvPr/>
        </p:nvSpPr>
        <p:spPr>
          <a:xfrm>
            <a:off x="8345329" y="605790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sequence verification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512" y="433815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72304" y="0"/>
                </a:moveTo>
                <a:lnTo>
                  <a:pt x="433813" y="0"/>
                </a:lnTo>
                <a:cubicBezTo>
                  <a:pt x="473746" y="0"/>
                  <a:pt x="506117" y="32372"/>
                  <a:pt x="506117" y="72304"/>
                </a:cubicBezTo>
                <a:lnTo>
                  <a:pt x="506117" y="433813"/>
                </a:lnTo>
                <a:cubicBezTo>
                  <a:pt x="506117" y="473746"/>
                  <a:pt x="473746" y="506117"/>
                  <a:pt x="433813" y="506117"/>
                </a:cubicBezTo>
                <a:lnTo>
                  <a:pt x="72304" y="506117"/>
                </a:lnTo>
                <a:cubicBezTo>
                  <a:pt x="32372" y="506117"/>
                  <a:pt x="0" y="473746"/>
                  <a:pt x="0" y="433813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3" name="Shape 1"/>
          <p:cNvSpPr/>
          <p:nvPr/>
        </p:nvSpPr>
        <p:spPr>
          <a:xfrm>
            <a:off x="506117" y="578420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>
                <a:moveTo>
                  <a:pt x="108454" y="216907"/>
                </a:moveTo>
                <a:cubicBezTo>
                  <a:pt x="168311" y="216907"/>
                  <a:pt x="216907" y="168311"/>
                  <a:pt x="216907" y="108454"/>
                </a:cubicBezTo>
                <a:cubicBezTo>
                  <a:pt x="216907" y="48596"/>
                  <a:pt x="168311" y="0"/>
                  <a:pt x="108454" y="0"/>
                </a:cubicBezTo>
                <a:cubicBezTo>
                  <a:pt x="48596" y="0"/>
                  <a:pt x="0" y="48596"/>
                  <a:pt x="0" y="108454"/>
                </a:cubicBezTo>
                <a:cubicBezTo>
                  <a:pt x="0" y="168311"/>
                  <a:pt x="48596" y="216907"/>
                  <a:pt x="108454" y="216907"/>
                </a:cubicBezTo>
                <a:close/>
                <a:moveTo>
                  <a:pt x="144209" y="90110"/>
                </a:moveTo>
                <a:lnTo>
                  <a:pt x="110318" y="144337"/>
                </a:lnTo>
                <a:cubicBezTo>
                  <a:pt x="108538" y="147175"/>
                  <a:pt x="105488" y="148954"/>
                  <a:pt x="102141" y="149124"/>
                </a:cubicBezTo>
                <a:cubicBezTo>
                  <a:pt x="98795" y="149293"/>
                  <a:pt x="95575" y="147768"/>
                  <a:pt x="93584" y="145057"/>
                </a:cubicBezTo>
                <a:lnTo>
                  <a:pt x="73249" y="117943"/>
                </a:lnTo>
                <a:cubicBezTo>
                  <a:pt x="69859" y="113453"/>
                  <a:pt x="70791" y="107098"/>
                  <a:pt x="75282" y="103709"/>
                </a:cubicBezTo>
                <a:cubicBezTo>
                  <a:pt x="79773" y="100320"/>
                  <a:pt x="86127" y="101252"/>
                  <a:pt x="89517" y="105742"/>
                </a:cubicBezTo>
                <a:lnTo>
                  <a:pt x="100955" y="120994"/>
                </a:lnTo>
                <a:lnTo>
                  <a:pt x="126967" y="79349"/>
                </a:lnTo>
                <a:cubicBezTo>
                  <a:pt x="129933" y="74604"/>
                  <a:pt x="136203" y="73121"/>
                  <a:pt x="140990" y="76129"/>
                </a:cubicBezTo>
                <a:cubicBezTo>
                  <a:pt x="145777" y="79137"/>
                  <a:pt x="147217" y="85365"/>
                  <a:pt x="144209" y="901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2234" y="390435"/>
            <a:ext cx="808432" cy="159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spc="57" kern="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2234" y="578420"/>
            <a:ext cx="4753886" cy="43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6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Dataset Readiness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2234" y="1120688"/>
            <a:ext cx="1156839" cy="36151"/>
          </a:xfrm>
          <a:custGeom>
            <a:avLst/>
            <a:gdLst/>
            <a:ahLst/>
            <a:cxnLst/>
            <a:rect l="l" t="t" r="r" b="b"/>
            <a:pathLst>
              <a:path w="1156839" h="36151">
                <a:moveTo>
                  <a:pt x="0" y="0"/>
                </a:moveTo>
                <a:lnTo>
                  <a:pt x="1156839" y="0"/>
                </a:lnTo>
                <a:lnTo>
                  <a:pt x="1156839" y="36151"/>
                </a:lnTo>
                <a:lnTo>
                  <a:pt x="0" y="36151"/>
                </a:lnTo>
                <a:lnTo>
                  <a:pt x="0" y="0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7" name="Shape 5"/>
          <p:cNvSpPr/>
          <p:nvPr/>
        </p:nvSpPr>
        <p:spPr>
          <a:xfrm>
            <a:off x="379588" y="1337595"/>
            <a:ext cx="7194093" cy="2810758"/>
          </a:xfrm>
          <a:custGeom>
            <a:avLst/>
            <a:gdLst/>
            <a:ahLst/>
            <a:cxnLst/>
            <a:rect l="l" t="t" r="r" b="b"/>
            <a:pathLst>
              <a:path w="7194093" h="2810758">
                <a:moveTo>
                  <a:pt x="36151" y="0"/>
                </a:moveTo>
                <a:lnTo>
                  <a:pt x="7085626" y="0"/>
                </a:lnTo>
                <a:cubicBezTo>
                  <a:pt x="7145531" y="0"/>
                  <a:pt x="7194093" y="48562"/>
                  <a:pt x="7194093" y="108467"/>
                </a:cubicBezTo>
                <a:lnTo>
                  <a:pt x="7194093" y="2702290"/>
                </a:lnTo>
                <a:cubicBezTo>
                  <a:pt x="7194093" y="2762195"/>
                  <a:pt x="7145531" y="2810758"/>
                  <a:pt x="7085626" y="2810758"/>
                </a:cubicBezTo>
                <a:lnTo>
                  <a:pt x="36151" y="2810758"/>
                </a:lnTo>
                <a:cubicBezTo>
                  <a:pt x="16185" y="2810758"/>
                  <a:pt x="0" y="2794572"/>
                  <a:pt x="0" y="2774606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5567" dist="90378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9588" y="1337595"/>
            <a:ext cx="36151" cy="2810758"/>
          </a:xfrm>
          <a:custGeom>
            <a:avLst/>
            <a:gdLst/>
            <a:ahLst/>
            <a:cxnLst/>
            <a:rect l="l" t="t" r="r" b="b"/>
            <a:pathLst>
              <a:path w="36151" h="2810758">
                <a:moveTo>
                  <a:pt x="36151" y="0"/>
                </a:moveTo>
                <a:lnTo>
                  <a:pt x="36151" y="0"/>
                </a:lnTo>
                <a:lnTo>
                  <a:pt x="36151" y="2810758"/>
                </a:lnTo>
                <a:lnTo>
                  <a:pt x="36151" y="2810758"/>
                </a:lnTo>
                <a:cubicBezTo>
                  <a:pt x="16185" y="2810758"/>
                  <a:pt x="0" y="2794572"/>
                  <a:pt x="0" y="2774606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9" name="Shape 7"/>
          <p:cNvSpPr/>
          <p:nvPr/>
        </p:nvSpPr>
        <p:spPr>
          <a:xfrm>
            <a:off x="614571" y="1554503"/>
            <a:ext cx="578420" cy="578420"/>
          </a:xfrm>
          <a:custGeom>
            <a:avLst/>
            <a:gdLst/>
            <a:ahLst/>
            <a:cxnLst/>
            <a:rect l="l" t="t" r="r" b="b"/>
            <a:pathLst>
              <a:path w="578420" h="578420">
                <a:moveTo>
                  <a:pt x="289210" y="0"/>
                </a:moveTo>
                <a:lnTo>
                  <a:pt x="289210" y="0"/>
                </a:lnTo>
                <a:cubicBezTo>
                  <a:pt x="448936" y="0"/>
                  <a:pt x="578420" y="129484"/>
                  <a:pt x="578420" y="289210"/>
                </a:cubicBezTo>
                <a:lnTo>
                  <a:pt x="578420" y="289210"/>
                </a:lnTo>
                <a:cubicBezTo>
                  <a:pt x="578420" y="448936"/>
                  <a:pt x="448936" y="578420"/>
                  <a:pt x="289210" y="578420"/>
                </a:cubicBezTo>
                <a:lnTo>
                  <a:pt x="289210" y="578420"/>
                </a:lnTo>
                <a:cubicBezTo>
                  <a:pt x="129484" y="578420"/>
                  <a:pt x="0" y="448936"/>
                  <a:pt x="0" y="289210"/>
                </a:cubicBezTo>
                <a:lnTo>
                  <a:pt x="0" y="289210"/>
                </a:lnTo>
                <a:cubicBezTo>
                  <a:pt x="0" y="129484"/>
                  <a:pt x="129484" y="0"/>
                  <a:pt x="289210" y="0"/>
                </a:cubicBezTo>
                <a:close/>
              </a:path>
            </a:pathLst>
          </a:custGeom>
          <a:solidFill>
            <a:srgbClr val="34568B"/>
          </a:solidFill>
          <a:ln/>
        </p:spPr>
      </p:sp>
      <p:sp>
        <p:nvSpPr>
          <p:cNvPr id="10" name="Shape 8"/>
          <p:cNvSpPr/>
          <p:nvPr/>
        </p:nvSpPr>
        <p:spPr>
          <a:xfrm>
            <a:off x="787419" y="1708145"/>
            <a:ext cx="237242" cy="271134"/>
          </a:xfrm>
          <a:custGeom>
            <a:avLst/>
            <a:gdLst/>
            <a:ahLst/>
            <a:cxnLst/>
            <a:rect l="l" t="t" r="r" b="b"/>
            <a:pathLst>
              <a:path w="237242" h="271134">
                <a:moveTo>
                  <a:pt x="130219" y="-13716"/>
                </a:moveTo>
                <a:cubicBezTo>
                  <a:pt x="123122" y="-18058"/>
                  <a:pt x="114173" y="-18058"/>
                  <a:pt x="107077" y="-13716"/>
                </a:cubicBezTo>
                <a:cubicBezTo>
                  <a:pt x="94156" y="-5825"/>
                  <a:pt x="86159" y="-3707"/>
                  <a:pt x="71014" y="-4025"/>
                </a:cubicBezTo>
                <a:cubicBezTo>
                  <a:pt x="62700" y="-4236"/>
                  <a:pt x="54968" y="265"/>
                  <a:pt x="50944" y="7573"/>
                </a:cubicBezTo>
                <a:cubicBezTo>
                  <a:pt x="43689" y="20865"/>
                  <a:pt x="37811" y="26743"/>
                  <a:pt x="24519" y="33998"/>
                </a:cubicBezTo>
                <a:cubicBezTo>
                  <a:pt x="17211" y="37969"/>
                  <a:pt x="12762" y="45754"/>
                  <a:pt x="12921" y="54068"/>
                </a:cubicBezTo>
                <a:cubicBezTo>
                  <a:pt x="13292" y="69213"/>
                  <a:pt x="11121" y="77210"/>
                  <a:pt x="3230" y="90131"/>
                </a:cubicBezTo>
                <a:cubicBezTo>
                  <a:pt x="-1112" y="97227"/>
                  <a:pt x="-1112" y="106177"/>
                  <a:pt x="3230" y="113273"/>
                </a:cubicBezTo>
                <a:cubicBezTo>
                  <a:pt x="11121" y="126194"/>
                  <a:pt x="13239" y="134190"/>
                  <a:pt x="12921" y="149336"/>
                </a:cubicBezTo>
                <a:cubicBezTo>
                  <a:pt x="12709" y="157650"/>
                  <a:pt x="17211" y="165381"/>
                  <a:pt x="24519" y="169406"/>
                </a:cubicBezTo>
                <a:cubicBezTo>
                  <a:pt x="36222" y="175814"/>
                  <a:pt x="42153" y="181109"/>
                  <a:pt x="48402" y="191383"/>
                </a:cubicBezTo>
                <a:lnTo>
                  <a:pt x="22612" y="242803"/>
                </a:lnTo>
                <a:cubicBezTo>
                  <a:pt x="19488" y="249105"/>
                  <a:pt x="22030" y="256730"/>
                  <a:pt x="28278" y="259855"/>
                </a:cubicBezTo>
                <a:lnTo>
                  <a:pt x="73821" y="282626"/>
                </a:lnTo>
                <a:cubicBezTo>
                  <a:pt x="79910" y="285644"/>
                  <a:pt x="87324" y="283367"/>
                  <a:pt x="90608" y="277436"/>
                </a:cubicBezTo>
                <a:lnTo>
                  <a:pt x="118568" y="227075"/>
                </a:lnTo>
                <a:lnTo>
                  <a:pt x="146529" y="277436"/>
                </a:lnTo>
                <a:cubicBezTo>
                  <a:pt x="149812" y="283367"/>
                  <a:pt x="157226" y="285697"/>
                  <a:pt x="163316" y="282626"/>
                </a:cubicBezTo>
                <a:lnTo>
                  <a:pt x="208858" y="259855"/>
                </a:lnTo>
                <a:cubicBezTo>
                  <a:pt x="215160" y="256730"/>
                  <a:pt x="217702" y="249105"/>
                  <a:pt x="214524" y="242803"/>
                </a:cubicBezTo>
                <a:lnTo>
                  <a:pt x="188788" y="191330"/>
                </a:lnTo>
                <a:cubicBezTo>
                  <a:pt x="194984" y="181056"/>
                  <a:pt x="200968" y="175761"/>
                  <a:pt x="212671" y="169353"/>
                </a:cubicBezTo>
                <a:cubicBezTo>
                  <a:pt x="219979" y="165381"/>
                  <a:pt x="224427" y="157597"/>
                  <a:pt x="224268" y="149283"/>
                </a:cubicBezTo>
                <a:cubicBezTo>
                  <a:pt x="223898" y="134137"/>
                  <a:pt x="226069" y="126141"/>
                  <a:pt x="233959" y="113220"/>
                </a:cubicBezTo>
                <a:cubicBezTo>
                  <a:pt x="238302" y="106124"/>
                  <a:pt x="238302" y="97174"/>
                  <a:pt x="233959" y="90078"/>
                </a:cubicBezTo>
                <a:cubicBezTo>
                  <a:pt x="226069" y="77157"/>
                  <a:pt x="223950" y="69160"/>
                  <a:pt x="224268" y="54015"/>
                </a:cubicBezTo>
                <a:cubicBezTo>
                  <a:pt x="224480" y="45701"/>
                  <a:pt x="219979" y="37969"/>
                  <a:pt x="212671" y="33945"/>
                </a:cubicBezTo>
                <a:cubicBezTo>
                  <a:pt x="199379" y="26690"/>
                  <a:pt x="193501" y="20812"/>
                  <a:pt x="186246" y="7520"/>
                </a:cubicBezTo>
                <a:cubicBezTo>
                  <a:pt x="182274" y="212"/>
                  <a:pt x="174490" y="-4236"/>
                  <a:pt x="166176" y="-4078"/>
                </a:cubicBezTo>
                <a:cubicBezTo>
                  <a:pt x="151030" y="-3707"/>
                  <a:pt x="143034" y="-5878"/>
                  <a:pt x="130113" y="-13769"/>
                </a:cubicBezTo>
                <a:close/>
                <a:moveTo>
                  <a:pt x="118621" y="50838"/>
                </a:moveTo>
                <a:cubicBezTo>
                  <a:pt x="146679" y="50838"/>
                  <a:pt x="169459" y="73617"/>
                  <a:pt x="169459" y="101675"/>
                </a:cubicBezTo>
                <a:cubicBezTo>
                  <a:pt x="169459" y="129733"/>
                  <a:pt x="146679" y="152513"/>
                  <a:pt x="118621" y="152513"/>
                </a:cubicBezTo>
                <a:cubicBezTo>
                  <a:pt x="90563" y="152513"/>
                  <a:pt x="67784" y="129733"/>
                  <a:pt x="67784" y="101675"/>
                </a:cubicBezTo>
                <a:cubicBezTo>
                  <a:pt x="67784" y="73617"/>
                  <a:pt x="90563" y="50838"/>
                  <a:pt x="118621" y="508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337595" y="1681032"/>
            <a:ext cx="3244572" cy="325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5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&amp; Validated Dataset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571" y="2313678"/>
            <a:ext cx="6823543" cy="53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preprocessing pipeline has successfully transformed the raw data into a </a:t>
            </a:r>
            <a:pPr>
              <a:lnSpc>
                <a:spcPct val="140000"/>
              </a:lnSpc>
            </a:pPr>
            <a:r>
              <a:rPr lang="en-US" sz="1281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high-quality, analysis-ready dataset</a:t>
            </a:r>
            <a:pPr>
              <a:lnSpc>
                <a:spcPct val="140000"/>
              </a:lnSpc>
            </a:pPr>
            <a:r>
              <a:rPr lang="en-US" sz="128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meets all requirements for Power BI visualization.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4571" y="3023146"/>
            <a:ext cx="2150998" cy="903781"/>
          </a:xfrm>
          <a:custGeom>
            <a:avLst/>
            <a:gdLst/>
            <a:ahLst/>
            <a:cxnLst/>
            <a:rect l="l" t="t" r="r" b="b"/>
            <a:pathLst>
              <a:path w="2150998" h="903781">
                <a:moveTo>
                  <a:pt x="72302" y="0"/>
                </a:moveTo>
                <a:lnTo>
                  <a:pt x="2078695" y="0"/>
                </a:lnTo>
                <a:cubicBezTo>
                  <a:pt x="2118627" y="0"/>
                  <a:pt x="2150998" y="32371"/>
                  <a:pt x="2150998" y="72302"/>
                </a:cubicBezTo>
                <a:lnTo>
                  <a:pt x="2150998" y="831478"/>
                </a:lnTo>
                <a:cubicBezTo>
                  <a:pt x="2150998" y="871410"/>
                  <a:pt x="2118627" y="903781"/>
                  <a:pt x="2078695" y="903781"/>
                </a:cubicBezTo>
                <a:lnTo>
                  <a:pt x="72302" y="903781"/>
                </a:lnTo>
                <a:cubicBezTo>
                  <a:pt x="32371" y="903781"/>
                  <a:pt x="0" y="871410"/>
                  <a:pt x="0" y="831478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77835" y="3167751"/>
            <a:ext cx="2024468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62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024" y="3565414"/>
            <a:ext cx="1934090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Records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10738" y="3023146"/>
            <a:ext cx="2150998" cy="903781"/>
          </a:xfrm>
          <a:custGeom>
            <a:avLst/>
            <a:gdLst/>
            <a:ahLst/>
            <a:cxnLst/>
            <a:rect l="l" t="t" r="r" b="b"/>
            <a:pathLst>
              <a:path w="2150998" h="903781">
                <a:moveTo>
                  <a:pt x="72302" y="0"/>
                </a:moveTo>
                <a:lnTo>
                  <a:pt x="2078695" y="0"/>
                </a:lnTo>
                <a:cubicBezTo>
                  <a:pt x="2118627" y="0"/>
                  <a:pt x="2150998" y="32371"/>
                  <a:pt x="2150998" y="72302"/>
                </a:cubicBezTo>
                <a:lnTo>
                  <a:pt x="2150998" y="831478"/>
                </a:lnTo>
                <a:cubicBezTo>
                  <a:pt x="2150998" y="871410"/>
                  <a:pt x="2118627" y="903781"/>
                  <a:pt x="2078695" y="903781"/>
                </a:cubicBezTo>
                <a:lnTo>
                  <a:pt x="72302" y="903781"/>
                </a:lnTo>
                <a:cubicBezTo>
                  <a:pt x="32371" y="903781"/>
                  <a:pt x="0" y="871410"/>
                  <a:pt x="0" y="831478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2974003" y="3167751"/>
            <a:ext cx="2024468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62" b="1" dirty="0">
                <a:solidFill>
                  <a:srgbClr val="E09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9192" y="3565414"/>
            <a:ext cx="1934090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07019" y="3023146"/>
            <a:ext cx="2150998" cy="903781"/>
          </a:xfrm>
          <a:custGeom>
            <a:avLst/>
            <a:gdLst/>
            <a:ahLst/>
            <a:cxnLst/>
            <a:rect l="l" t="t" r="r" b="b"/>
            <a:pathLst>
              <a:path w="2150998" h="903781">
                <a:moveTo>
                  <a:pt x="72302" y="0"/>
                </a:moveTo>
                <a:lnTo>
                  <a:pt x="2078695" y="0"/>
                </a:lnTo>
                <a:cubicBezTo>
                  <a:pt x="2118627" y="0"/>
                  <a:pt x="2150998" y="32371"/>
                  <a:pt x="2150998" y="72302"/>
                </a:cubicBezTo>
                <a:lnTo>
                  <a:pt x="2150998" y="831478"/>
                </a:lnTo>
                <a:cubicBezTo>
                  <a:pt x="2150998" y="871410"/>
                  <a:pt x="2118627" y="903781"/>
                  <a:pt x="2078695" y="903781"/>
                </a:cubicBezTo>
                <a:lnTo>
                  <a:pt x="72302" y="903781"/>
                </a:lnTo>
                <a:cubicBezTo>
                  <a:pt x="32371" y="903781"/>
                  <a:pt x="0" y="871410"/>
                  <a:pt x="0" y="831478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5270284" y="3167751"/>
            <a:ext cx="2024468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62" b="1" dirty="0">
                <a:solidFill>
                  <a:srgbClr val="345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15473" y="3565414"/>
            <a:ext cx="1934090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Validated Features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9588" y="4324590"/>
            <a:ext cx="7194093" cy="2530586"/>
          </a:xfrm>
          <a:custGeom>
            <a:avLst/>
            <a:gdLst/>
            <a:ahLst/>
            <a:cxnLst/>
            <a:rect l="l" t="t" r="r" b="b"/>
            <a:pathLst>
              <a:path w="7194093" h="2530586">
                <a:moveTo>
                  <a:pt x="36151" y="0"/>
                </a:moveTo>
                <a:lnTo>
                  <a:pt x="7085633" y="0"/>
                </a:lnTo>
                <a:cubicBezTo>
                  <a:pt x="7145534" y="0"/>
                  <a:pt x="7194093" y="48560"/>
                  <a:pt x="7194093" y="108461"/>
                </a:cubicBezTo>
                <a:lnTo>
                  <a:pt x="7194093" y="2422125"/>
                </a:lnTo>
                <a:cubicBezTo>
                  <a:pt x="7194093" y="2482026"/>
                  <a:pt x="7145534" y="2530586"/>
                  <a:pt x="7085633" y="2530586"/>
                </a:cubicBezTo>
                <a:lnTo>
                  <a:pt x="36151" y="2530586"/>
                </a:lnTo>
                <a:cubicBezTo>
                  <a:pt x="16185" y="2530586"/>
                  <a:pt x="0" y="2514400"/>
                  <a:pt x="0" y="2494434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5567" dist="90378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9588" y="4324590"/>
            <a:ext cx="36151" cy="2530586"/>
          </a:xfrm>
          <a:custGeom>
            <a:avLst/>
            <a:gdLst/>
            <a:ahLst/>
            <a:cxnLst/>
            <a:rect l="l" t="t" r="r" b="b"/>
            <a:pathLst>
              <a:path w="36151" h="2530586">
                <a:moveTo>
                  <a:pt x="36151" y="0"/>
                </a:moveTo>
                <a:lnTo>
                  <a:pt x="36151" y="0"/>
                </a:lnTo>
                <a:lnTo>
                  <a:pt x="36151" y="2530586"/>
                </a:lnTo>
                <a:lnTo>
                  <a:pt x="36151" y="2530586"/>
                </a:lnTo>
                <a:cubicBezTo>
                  <a:pt x="16185" y="2530586"/>
                  <a:pt x="0" y="2514400"/>
                  <a:pt x="0" y="2494434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14571" y="4541497"/>
            <a:ext cx="433815" cy="433815"/>
          </a:xfrm>
          <a:custGeom>
            <a:avLst/>
            <a:gdLst/>
            <a:ahLst/>
            <a:cxnLst/>
            <a:rect l="l" t="t" r="r" b="b"/>
            <a:pathLst>
              <a:path w="433815" h="433815">
                <a:moveTo>
                  <a:pt x="216907" y="0"/>
                </a:moveTo>
                <a:lnTo>
                  <a:pt x="216907" y="0"/>
                </a:lnTo>
                <a:cubicBezTo>
                  <a:pt x="336622" y="0"/>
                  <a:pt x="433815" y="97193"/>
                  <a:pt x="433815" y="216907"/>
                </a:cubicBezTo>
                <a:lnTo>
                  <a:pt x="433815" y="216907"/>
                </a:lnTo>
                <a:cubicBezTo>
                  <a:pt x="433815" y="336622"/>
                  <a:pt x="336622" y="433815"/>
                  <a:pt x="216907" y="433815"/>
                </a:cubicBezTo>
                <a:lnTo>
                  <a:pt x="216907" y="433815"/>
                </a:lnTo>
                <a:cubicBezTo>
                  <a:pt x="97193" y="433815"/>
                  <a:pt x="0" y="336622"/>
                  <a:pt x="0" y="216907"/>
                </a:cubicBezTo>
                <a:lnTo>
                  <a:pt x="0" y="216907"/>
                </a:lnTo>
                <a:cubicBezTo>
                  <a:pt x="0" y="97193"/>
                  <a:pt x="97193" y="0"/>
                  <a:pt x="216907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5" name="Shape 23"/>
          <p:cNvSpPr/>
          <p:nvPr/>
        </p:nvSpPr>
        <p:spPr>
          <a:xfrm>
            <a:off x="763695" y="4668027"/>
            <a:ext cx="135567" cy="180756"/>
          </a:xfrm>
          <a:custGeom>
            <a:avLst/>
            <a:gdLst/>
            <a:ahLst/>
            <a:cxnLst/>
            <a:rect l="l" t="t" r="r" b="b"/>
            <a:pathLst>
              <a:path w="135567" h="180756">
                <a:moveTo>
                  <a:pt x="109936" y="11297"/>
                </a:moveTo>
                <a:lnTo>
                  <a:pt x="112973" y="11297"/>
                </a:lnTo>
                <a:cubicBezTo>
                  <a:pt x="125435" y="11297"/>
                  <a:pt x="135567" y="21429"/>
                  <a:pt x="135567" y="33892"/>
                </a:cubicBezTo>
                <a:lnTo>
                  <a:pt x="135567" y="158162"/>
                </a:lnTo>
                <a:cubicBezTo>
                  <a:pt x="135567" y="170624"/>
                  <a:pt x="125435" y="180756"/>
                  <a:pt x="112973" y="180756"/>
                </a:cubicBezTo>
                <a:lnTo>
                  <a:pt x="22595" y="180756"/>
                </a:lnTo>
                <a:cubicBezTo>
                  <a:pt x="10132" y="180756"/>
                  <a:pt x="0" y="170624"/>
                  <a:pt x="0" y="158162"/>
                </a:cubicBezTo>
                <a:lnTo>
                  <a:pt x="0" y="33892"/>
                </a:lnTo>
                <a:cubicBezTo>
                  <a:pt x="0" y="21429"/>
                  <a:pt x="10132" y="11297"/>
                  <a:pt x="22595" y="11297"/>
                </a:cubicBezTo>
                <a:lnTo>
                  <a:pt x="25631" y="11297"/>
                </a:lnTo>
                <a:cubicBezTo>
                  <a:pt x="29514" y="4554"/>
                  <a:pt x="36822" y="0"/>
                  <a:pt x="45189" y="0"/>
                </a:cubicBezTo>
                <a:lnTo>
                  <a:pt x="90378" y="0"/>
                </a:lnTo>
                <a:cubicBezTo>
                  <a:pt x="98745" y="0"/>
                  <a:pt x="106053" y="4554"/>
                  <a:pt x="109936" y="11297"/>
                </a:cubicBezTo>
                <a:close/>
                <a:moveTo>
                  <a:pt x="87554" y="39540"/>
                </a:moveTo>
                <a:cubicBezTo>
                  <a:pt x="92249" y="39540"/>
                  <a:pt x="96027" y="35763"/>
                  <a:pt x="96027" y="31067"/>
                </a:cubicBezTo>
                <a:cubicBezTo>
                  <a:pt x="96027" y="26372"/>
                  <a:pt x="92249" y="22595"/>
                  <a:pt x="87554" y="22595"/>
                </a:cubicBezTo>
                <a:lnTo>
                  <a:pt x="48013" y="22595"/>
                </a:lnTo>
                <a:cubicBezTo>
                  <a:pt x="43318" y="22595"/>
                  <a:pt x="39540" y="26372"/>
                  <a:pt x="39540" y="31067"/>
                </a:cubicBezTo>
                <a:cubicBezTo>
                  <a:pt x="39540" y="35763"/>
                  <a:pt x="43318" y="39540"/>
                  <a:pt x="48013" y="39540"/>
                </a:cubicBezTo>
                <a:lnTo>
                  <a:pt x="87554" y="39540"/>
                </a:lnTo>
                <a:close/>
                <a:moveTo>
                  <a:pt x="97580" y="92037"/>
                </a:moveTo>
                <a:cubicBezTo>
                  <a:pt x="100051" y="88083"/>
                  <a:pt x="98851" y="82858"/>
                  <a:pt x="94897" y="80352"/>
                </a:cubicBezTo>
                <a:cubicBezTo>
                  <a:pt x="90943" y="77845"/>
                  <a:pt x="85718" y="79081"/>
                  <a:pt x="83211" y="83035"/>
                </a:cubicBezTo>
                <a:lnTo>
                  <a:pt x="61535" y="117739"/>
                </a:lnTo>
                <a:lnTo>
                  <a:pt x="52003" y="105029"/>
                </a:lnTo>
                <a:cubicBezTo>
                  <a:pt x="49178" y="101287"/>
                  <a:pt x="43883" y="100510"/>
                  <a:pt x="40141" y="103335"/>
                </a:cubicBezTo>
                <a:cubicBezTo>
                  <a:pt x="36398" y="106159"/>
                  <a:pt x="35622" y="111455"/>
                  <a:pt x="38446" y="115197"/>
                </a:cubicBezTo>
                <a:lnTo>
                  <a:pt x="55392" y="137791"/>
                </a:lnTo>
                <a:cubicBezTo>
                  <a:pt x="57051" y="140015"/>
                  <a:pt x="59734" y="141286"/>
                  <a:pt x="62523" y="141180"/>
                </a:cubicBezTo>
                <a:cubicBezTo>
                  <a:pt x="65312" y="141074"/>
                  <a:pt x="67854" y="139592"/>
                  <a:pt x="69337" y="137191"/>
                </a:cubicBezTo>
                <a:lnTo>
                  <a:pt x="97580" y="920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56839" y="4613800"/>
            <a:ext cx="2828833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345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Assurance Measures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4571" y="5119917"/>
            <a:ext cx="3316875" cy="433815"/>
          </a:xfrm>
          <a:custGeom>
            <a:avLst/>
            <a:gdLst/>
            <a:ahLst/>
            <a:cxnLst/>
            <a:rect l="l" t="t" r="r" b="b"/>
            <a:pathLst>
              <a:path w="3316875" h="433815">
                <a:moveTo>
                  <a:pt x="72304" y="0"/>
                </a:moveTo>
                <a:lnTo>
                  <a:pt x="3244571" y="0"/>
                </a:lnTo>
                <a:cubicBezTo>
                  <a:pt x="3284503" y="0"/>
                  <a:pt x="3316875" y="32372"/>
                  <a:pt x="3316875" y="72304"/>
                </a:cubicBezTo>
                <a:lnTo>
                  <a:pt x="3316875" y="361511"/>
                </a:lnTo>
                <a:cubicBezTo>
                  <a:pt x="3316875" y="401443"/>
                  <a:pt x="3284503" y="433815"/>
                  <a:pt x="3244571" y="433815"/>
                </a:cubicBezTo>
                <a:lnTo>
                  <a:pt x="72304" y="433815"/>
                </a:lnTo>
                <a:cubicBezTo>
                  <a:pt x="32372" y="433815"/>
                  <a:pt x="0" y="401443"/>
                  <a:pt x="0" y="361511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8" name="Shape 26"/>
          <p:cNvSpPr/>
          <p:nvPr/>
        </p:nvSpPr>
        <p:spPr>
          <a:xfrm>
            <a:off x="768213" y="5246446"/>
            <a:ext cx="135567" cy="180756"/>
          </a:xfrm>
          <a:custGeom>
            <a:avLst/>
            <a:gdLst/>
            <a:ahLst/>
            <a:cxnLst/>
            <a:rect l="l" t="t" r="r" b="b"/>
            <a:pathLst>
              <a:path w="135567" h="180756">
                <a:moveTo>
                  <a:pt x="88225" y="23583"/>
                </a:moveTo>
                <a:cubicBezTo>
                  <a:pt x="91896" y="18535"/>
                  <a:pt x="90766" y="11474"/>
                  <a:pt x="85718" y="7802"/>
                </a:cubicBezTo>
                <a:cubicBezTo>
                  <a:pt x="80669" y="4131"/>
                  <a:pt x="73609" y="5260"/>
                  <a:pt x="69937" y="10309"/>
                </a:cubicBezTo>
                <a:lnTo>
                  <a:pt x="32515" y="61747"/>
                </a:lnTo>
                <a:lnTo>
                  <a:pt x="19276" y="48508"/>
                </a:lnTo>
                <a:cubicBezTo>
                  <a:pt x="14863" y="44095"/>
                  <a:pt x="7696" y="44095"/>
                  <a:pt x="3283" y="48508"/>
                </a:cubicBezTo>
                <a:cubicBezTo>
                  <a:pt x="-1130" y="52921"/>
                  <a:pt x="-1130" y="60087"/>
                  <a:pt x="3283" y="64500"/>
                </a:cubicBezTo>
                <a:lnTo>
                  <a:pt x="25878" y="87095"/>
                </a:lnTo>
                <a:cubicBezTo>
                  <a:pt x="28208" y="89425"/>
                  <a:pt x="31456" y="90625"/>
                  <a:pt x="34739" y="90378"/>
                </a:cubicBezTo>
                <a:cubicBezTo>
                  <a:pt x="38022" y="90131"/>
                  <a:pt x="41058" y="88436"/>
                  <a:pt x="43000" y="85753"/>
                </a:cubicBezTo>
                <a:lnTo>
                  <a:pt x="88189" y="23618"/>
                </a:lnTo>
                <a:close/>
                <a:moveTo>
                  <a:pt x="133414" y="71596"/>
                </a:moveTo>
                <a:cubicBezTo>
                  <a:pt x="137085" y="66548"/>
                  <a:pt x="135955" y="59487"/>
                  <a:pt x="130907" y="55816"/>
                </a:cubicBezTo>
                <a:cubicBezTo>
                  <a:pt x="125859" y="52144"/>
                  <a:pt x="118798" y="53274"/>
                  <a:pt x="115126" y="58322"/>
                </a:cubicBezTo>
                <a:lnTo>
                  <a:pt x="55109" y="140827"/>
                </a:lnTo>
                <a:lnTo>
                  <a:pt x="30573" y="116291"/>
                </a:lnTo>
                <a:cubicBezTo>
                  <a:pt x="26160" y="111878"/>
                  <a:pt x="18994" y="111878"/>
                  <a:pt x="14581" y="116291"/>
                </a:cubicBezTo>
                <a:cubicBezTo>
                  <a:pt x="10168" y="120704"/>
                  <a:pt x="10168" y="127871"/>
                  <a:pt x="14581" y="132284"/>
                </a:cubicBezTo>
                <a:lnTo>
                  <a:pt x="48472" y="166176"/>
                </a:lnTo>
                <a:cubicBezTo>
                  <a:pt x="50802" y="168506"/>
                  <a:pt x="54050" y="169706"/>
                  <a:pt x="57334" y="169459"/>
                </a:cubicBezTo>
                <a:cubicBezTo>
                  <a:pt x="60617" y="169212"/>
                  <a:pt x="63653" y="167517"/>
                  <a:pt x="65595" y="164834"/>
                </a:cubicBezTo>
                <a:lnTo>
                  <a:pt x="133378" y="71632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29" name="Text 27"/>
          <p:cNvSpPr/>
          <p:nvPr/>
        </p:nvSpPr>
        <p:spPr>
          <a:xfrm>
            <a:off x="1057423" y="5228371"/>
            <a:ext cx="211484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Cross-field validation completed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40803" y="5119917"/>
            <a:ext cx="3316875" cy="433815"/>
          </a:xfrm>
          <a:custGeom>
            <a:avLst/>
            <a:gdLst/>
            <a:ahLst/>
            <a:cxnLst/>
            <a:rect l="l" t="t" r="r" b="b"/>
            <a:pathLst>
              <a:path w="3316875" h="433815">
                <a:moveTo>
                  <a:pt x="72304" y="0"/>
                </a:moveTo>
                <a:lnTo>
                  <a:pt x="3244571" y="0"/>
                </a:lnTo>
                <a:cubicBezTo>
                  <a:pt x="3284503" y="0"/>
                  <a:pt x="3316875" y="32372"/>
                  <a:pt x="3316875" y="72304"/>
                </a:cubicBezTo>
                <a:lnTo>
                  <a:pt x="3316875" y="361511"/>
                </a:lnTo>
                <a:cubicBezTo>
                  <a:pt x="3316875" y="401443"/>
                  <a:pt x="3284503" y="433815"/>
                  <a:pt x="3244571" y="433815"/>
                </a:cubicBezTo>
                <a:lnTo>
                  <a:pt x="72304" y="433815"/>
                </a:lnTo>
                <a:cubicBezTo>
                  <a:pt x="32372" y="433815"/>
                  <a:pt x="0" y="401443"/>
                  <a:pt x="0" y="361511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4194446" y="5246446"/>
            <a:ext cx="135567" cy="180756"/>
          </a:xfrm>
          <a:custGeom>
            <a:avLst/>
            <a:gdLst/>
            <a:ahLst/>
            <a:cxnLst/>
            <a:rect l="l" t="t" r="r" b="b"/>
            <a:pathLst>
              <a:path w="135567" h="180756">
                <a:moveTo>
                  <a:pt x="88225" y="23583"/>
                </a:moveTo>
                <a:cubicBezTo>
                  <a:pt x="91896" y="18535"/>
                  <a:pt x="90766" y="11474"/>
                  <a:pt x="85718" y="7802"/>
                </a:cubicBezTo>
                <a:cubicBezTo>
                  <a:pt x="80669" y="4131"/>
                  <a:pt x="73609" y="5260"/>
                  <a:pt x="69937" y="10309"/>
                </a:cubicBezTo>
                <a:lnTo>
                  <a:pt x="32515" y="61747"/>
                </a:lnTo>
                <a:lnTo>
                  <a:pt x="19276" y="48508"/>
                </a:lnTo>
                <a:cubicBezTo>
                  <a:pt x="14863" y="44095"/>
                  <a:pt x="7696" y="44095"/>
                  <a:pt x="3283" y="48508"/>
                </a:cubicBezTo>
                <a:cubicBezTo>
                  <a:pt x="-1130" y="52921"/>
                  <a:pt x="-1130" y="60087"/>
                  <a:pt x="3283" y="64500"/>
                </a:cubicBezTo>
                <a:lnTo>
                  <a:pt x="25878" y="87095"/>
                </a:lnTo>
                <a:cubicBezTo>
                  <a:pt x="28208" y="89425"/>
                  <a:pt x="31456" y="90625"/>
                  <a:pt x="34739" y="90378"/>
                </a:cubicBezTo>
                <a:cubicBezTo>
                  <a:pt x="38022" y="90131"/>
                  <a:pt x="41058" y="88436"/>
                  <a:pt x="43000" y="85753"/>
                </a:cubicBezTo>
                <a:lnTo>
                  <a:pt x="88189" y="23618"/>
                </a:lnTo>
                <a:close/>
                <a:moveTo>
                  <a:pt x="133414" y="71596"/>
                </a:moveTo>
                <a:cubicBezTo>
                  <a:pt x="137085" y="66548"/>
                  <a:pt x="135955" y="59487"/>
                  <a:pt x="130907" y="55816"/>
                </a:cubicBezTo>
                <a:cubicBezTo>
                  <a:pt x="125859" y="52144"/>
                  <a:pt x="118798" y="53274"/>
                  <a:pt x="115126" y="58322"/>
                </a:cubicBezTo>
                <a:lnTo>
                  <a:pt x="55109" y="140827"/>
                </a:lnTo>
                <a:lnTo>
                  <a:pt x="30573" y="116291"/>
                </a:lnTo>
                <a:cubicBezTo>
                  <a:pt x="26160" y="111878"/>
                  <a:pt x="18994" y="111878"/>
                  <a:pt x="14581" y="116291"/>
                </a:cubicBezTo>
                <a:cubicBezTo>
                  <a:pt x="10168" y="120704"/>
                  <a:pt x="10168" y="127871"/>
                  <a:pt x="14581" y="132284"/>
                </a:cubicBezTo>
                <a:lnTo>
                  <a:pt x="48472" y="166176"/>
                </a:lnTo>
                <a:cubicBezTo>
                  <a:pt x="50802" y="168506"/>
                  <a:pt x="54050" y="169706"/>
                  <a:pt x="57334" y="169459"/>
                </a:cubicBezTo>
                <a:cubicBezTo>
                  <a:pt x="60617" y="169212"/>
                  <a:pt x="63653" y="167517"/>
                  <a:pt x="65595" y="164834"/>
                </a:cubicBezTo>
                <a:lnTo>
                  <a:pt x="133378" y="71632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2" name="Text 30"/>
          <p:cNvSpPr/>
          <p:nvPr/>
        </p:nvSpPr>
        <p:spPr>
          <a:xfrm>
            <a:off x="4483656" y="5228371"/>
            <a:ext cx="1952166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type consistency verified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4571" y="5662185"/>
            <a:ext cx="3316875" cy="433815"/>
          </a:xfrm>
          <a:custGeom>
            <a:avLst/>
            <a:gdLst/>
            <a:ahLst/>
            <a:cxnLst/>
            <a:rect l="l" t="t" r="r" b="b"/>
            <a:pathLst>
              <a:path w="3316875" h="433815">
                <a:moveTo>
                  <a:pt x="72304" y="0"/>
                </a:moveTo>
                <a:lnTo>
                  <a:pt x="3244571" y="0"/>
                </a:lnTo>
                <a:cubicBezTo>
                  <a:pt x="3284503" y="0"/>
                  <a:pt x="3316875" y="32372"/>
                  <a:pt x="3316875" y="72304"/>
                </a:cubicBezTo>
                <a:lnTo>
                  <a:pt x="3316875" y="361511"/>
                </a:lnTo>
                <a:cubicBezTo>
                  <a:pt x="3316875" y="401443"/>
                  <a:pt x="3284503" y="433815"/>
                  <a:pt x="3244571" y="433815"/>
                </a:cubicBezTo>
                <a:lnTo>
                  <a:pt x="72304" y="433815"/>
                </a:lnTo>
                <a:cubicBezTo>
                  <a:pt x="32372" y="433815"/>
                  <a:pt x="0" y="401443"/>
                  <a:pt x="0" y="361511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4" name="Shape 32"/>
          <p:cNvSpPr/>
          <p:nvPr/>
        </p:nvSpPr>
        <p:spPr>
          <a:xfrm>
            <a:off x="768213" y="5788715"/>
            <a:ext cx="135567" cy="180756"/>
          </a:xfrm>
          <a:custGeom>
            <a:avLst/>
            <a:gdLst/>
            <a:ahLst/>
            <a:cxnLst/>
            <a:rect l="l" t="t" r="r" b="b"/>
            <a:pathLst>
              <a:path w="135567" h="180756">
                <a:moveTo>
                  <a:pt x="88225" y="23583"/>
                </a:moveTo>
                <a:cubicBezTo>
                  <a:pt x="91896" y="18535"/>
                  <a:pt x="90766" y="11474"/>
                  <a:pt x="85718" y="7802"/>
                </a:cubicBezTo>
                <a:cubicBezTo>
                  <a:pt x="80669" y="4131"/>
                  <a:pt x="73609" y="5260"/>
                  <a:pt x="69937" y="10309"/>
                </a:cubicBezTo>
                <a:lnTo>
                  <a:pt x="32515" y="61747"/>
                </a:lnTo>
                <a:lnTo>
                  <a:pt x="19276" y="48508"/>
                </a:lnTo>
                <a:cubicBezTo>
                  <a:pt x="14863" y="44095"/>
                  <a:pt x="7696" y="44095"/>
                  <a:pt x="3283" y="48508"/>
                </a:cubicBezTo>
                <a:cubicBezTo>
                  <a:pt x="-1130" y="52921"/>
                  <a:pt x="-1130" y="60087"/>
                  <a:pt x="3283" y="64500"/>
                </a:cubicBezTo>
                <a:lnTo>
                  <a:pt x="25878" y="87095"/>
                </a:lnTo>
                <a:cubicBezTo>
                  <a:pt x="28208" y="89425"/>
                  <a:pt x="31456" y="90625"/>
                  <a:pt x="34739" y="90378"/>
                </a:cubicBezTo>
                <a:cubicBezTo>
                  <a:pt x="38022" y="90131"/>
                  <a:pt x="41058" y="88436"/>
                  <a:pt x="43000" y="85753"/>
                </a:cubicBezTo>
                <a:lnTo>
                  <a:pt x="88189" y="23618"/>
                </a:lnTo>
                <a:close/>
                <a:moveTo>
                  <a:pt x="133414" y="71596"/>
                </a:moveTo>
                <a:cubicBezTo>
                  <a:pt x="137085" y="66548"/>
                  <a:pt x="135955" y="59487"/>
                  <a:pt x="130907" y="55816"/>
                </a:cubicBezTo>
                <a:cubicBezTo>
                  <a:pt x="125859" y="52144"/>
                  <a:pt x="118798" y="53274"/>
                  <a:pt x="115126" y="58322"/>
                </a:cubicBezTo>
                <a:lnTo>
                  <a:pt x="55109" y="140827"/>
                </a:lnTo>
                <a:lnTo>
                  <a:pt x="30573" y="116291"/>
                </a:lnTo>
                <a:cubicBezTo>
                  <a:pt x="26160" y="111878"/>
                  <a:pt x="18994" y="111878"/>
                  <a:pt x="14581" y="116291"/>
                </a:cubicBezTo>
                <a:cubicBezTo>
                  <a:pt x="10168" y="120704"/>
                  <a:pt x="10168" y="127871"/>
                  <a:pt x="14581" y="132284"/>
                </a:cubicBezTo>
                <a:lnTo>
                  <a:pt x="48472" y="166176"/>
                </a:lnTo>
                <a:cubicBezTo>
                  <a:pt x="50802" y="168506"/>
                  <a:pt x="54050" y="169706"/>
                  <a:pt x="57334" y="169459"/>
                </a:cubicBezTo>
                <a:cubicBezTo>
                  <a:pt x="60617" y="169212"/>
                  <a:pt x="63653" y="167517"/>
                  <a:pt x="65595" y="164834"/>
                </a:cubicBezTo>
                <a:lnTo>
                  <a:pt x="133378" y="71632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5" name="Text 33"/>
          <p:cNvSpPr/>
          <p:nvPr/>
        </p:nvSpPr>
        <p:spPr>
          <a:xfrm>
            <a:off x="1057423" y="5770639"/>
            <a:ext cx="2141960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metrics recalculated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40803" y="5662185"/>
            <a:ext cx="3316875" cy="433815"/>
          </a:xfrm>
          <a:custGeom>
            <a:avLst/>
            <a:gdLst/>
            <a:ahLst/>
            <a:cxnLst/>
            <a:rect l="l" t="t" r="r" b="b"/>
            <a:pathLst>
              <a:path w="3316875" h="433815">
                <a:moveTo>
                  <a:pt x="72304" y="0"/>
                </a:moveTo>
                <a:lnTo>
                  <a:pt x="3244571" y="0"/>
                </a:lnTo>
                <a:cubicBezTo>
                  <a:pt x="3284503" y="0"/>
                  <a:pt x="3316875" y="32372"/>
                  <a:pt x="3316875" y="72304"/>
                </a:cubicBezTo>
                <a:lnTo>
                  <a:pt x="3316875" y="361511"/>
                </a:lnTo>
                <a:cubicBezTo>
                  <a:pt x="3316875" y="401443"/>
                  <a:pt x="3284503" y="433815"/>
                  <a:pt x="3244571" y="433815"/>
                </a:cubicBezTo>
                <a:lnTo>
                  <a:pt x="72304" y="433815"/>
                </a:lnTo>
                <a:cubicBezTo>
                  <a:pt x="32372" y="433815"/>
                  <a:pt x="0" y="401443"/>
                  <a:pt x="0" y="361511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7" name="Shape 35"/>
          <p:cNvSpPr/>
          <p:nvPr/>
        </p:nvSpPr>
        <p:spPr>
          <a:xfrm>
            <a:off x="4194446" y="5788715"/>
            <a:ext cx="135567" cy="180756"/>
          </a:xfrm>
          <a:custGeom>
            <a:avLst/>
            <a:gdLst/>
            <a:ahLst/>
            <a:cxnLst/>
            <a:rect l="l" t="t" r="r" b="b"/>
            <a:pathLst>
              <a:path w="135567" h="180756">
                <a:moveTo>
                  <a:pt x="88225" y="23583"/>
                </a:moveTo>
                <a:cubicBezTo>
                  <a:pt x="91896" y="18535"/>
                  <a:pt x="90766" y="11474"/>
                  <a:pt x="85718" y="7802"/>
                </a:cubicBezTo>
                <a:cubicBezTo>
                  <a:pt x="80669" y="4131"/>
                  <a:pt x="73609" y="5260"/>
                  <a:pt x="69937" y="10309"/>
                </a:cubicBezTo>
                <a:lnTo>
                  <a:pt x="32515" y="61747"/>
                </a:lnTo>
                <a:lnTo>
                  <a:pt x="19276" y="48508"/>
                </a:lnTo>
                <a:cubicBezTo>
                  <a:pt x="14863" y="44095"/>
                  <a:pt x="7696" y="44095"/>
                  <a:pt x="3283" y="48508"/>
                </a:cubicBezTo>
                <a:cubicBezTo>
                  <a:pt x="-1130" y="52921"/>
                  <a:pt x="-1130" y="60087"/>
                  <a:pt x="3283" y="64500"/>
                </a:cubicBezTo>
                <a:lnTo>
                  <a:pt x="25878" y="87095"/>
                </a:lnTo>
                <a:cubicBezTo>
                  <a:pt x="28208" y="89425"/>
                  <a:pt x="31456" y="90625"/>
                  <a:pt x="34739" y="90378"/>
                </a:cubicBezTo>
                <a:cubicBezTo>
                  <a:pt x="38022" y="90131"/>
                  <a:pt x="41058" y="88436"/>
                  <a:pt x="43000" y="85753"/>
                </a:cubicBezTo>
                <a:lnTo>
                  <a:pt x="88189" y="23618"/>
                </a:lnTo>
                <a:close/>
                <a:moveTo>
                  <a:pt x="133414" y="71596"/>
                </a:moveTo>
                <a:cubicBezTo>
                  <a:pt x="137085" y="66548"/>
                  <a:pt x="135955" y="59487"/>
                  <a:pt x="130907" y="55816"/>
                </a:cubicBezTo>
                <a:cubicBezTo>
                  <a:pt x="125859" y="52144"/>
                  <a:pt x="118798" y="53274"/>
                  <a:pt x="115126" y="58322"/>
                </a:cubicBezTo>
                <a:lnTo>
                  <a:pt x="55109" y="140827"/>
                </a:lnTo>
                <a:lnTo>
                  <a:pt x="30573" y="116291"/>
                </a:lnTo>
                <a:cubicBezTo>
                  <a:pt x="26160" y="111878"/>
                  <a:pt x="18994" y="111878"/>
                  <a:pt x="14581" y="116291"/>
                </a:cubicBezTo>
                <a:cubicBezTo>
                  <a:pt x="10168" y="120704"/>
                  <a:pt x="10168" y="127871"/>
                  <a:pt x="14581" y="132284"/>
                </a:cubicBezTo>
                <a:lnTo>
                  <a:pt x="48472" y="166176"/>
                </a:lnTo>
                <a:cubicBezTo>
                  <a:pt x="50802" y="168506"/>
                  <a:pt x="54050" y="169706"/>
                  <a:pt x="57334" y="169459"/>
                </a:cubicBezTo>
                <a:cubicBezTo>
                  <a:pt x="60617" y="169212"/>
                  <a:pt x="63653" y="167517"/>
                  <a:pt x="65595" y="164834"/>
                </a:cubicBezTo>
                <a:lnTo>
                  <a:pt x="133378" y="71632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38" name="Text 36"/>
          <p:cNvSpPr/>
          <p:nvPr/>
        </p:nvSpPr>
        <p:spPr>
          <a:xfrm>
            <a:off x="4483656" y="5770639"/>
            <a:ext cx="159065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data validated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4571" y="6204454"/>
            <a:ext cx="3316875" cy="433815"/>
          </a:xfrm>
          <a:custGeom>
            <a:avLst/>
            <a:gdLst/>
            <a:ahLst/>
            <a:cxnLst/>
            <a:rect l="l" t="t" r="r" b="b"/>
            <a:pathLst>
              <a:path w="3316875" h="433815">
                <a:moveTo>
                  <a:pt x="72304" y="0"/>
                </a:moveTo>
                <a:lnTo>
                  <a:pt x="3244571" y="0"/>
                </a:lnTo>
                <a:cubicBezTo>
                  <a:pt x="3284503" y="0"/>
                  <a:pt x="3316875" y="32372"/>
                  <a:pt x="3316875" y="72304"/>
                </a:cubicBezTo>
                <a:lnTo>
                  <a:pt x="3316875" y="361511"/>
                </a:lnTo>
                <a:cubicBezTo>
                  <a:pt x="3316875" y="401443"/>
                  <a:pt x="3284503" y="433815"/>
                  <a:pt x="3244571" y="433815"/>
                </a:cubicBezTo>
                <a:lnTo>
                  <a:pt x="72304" y="433815"/>
                </a:lnTo>
                <a:cubicBezTo>
                  <a:pt x="32372" y="433815"/>
                  <a:pt x="0" y="401443"/>
                  <a:pt x="0" y="361511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0" name="Shape 38"/>
          <p:cNvSpPr/>
          <p:nvPr/>
        </p:nvSpPr>
        <p:spPr>
          <a:xfrm>
            <a:off x="768213" y="6330983"/>
            <a:ext cx="135567" cy="180756"/>
          </a:xfrm>
          <a:custGeom>
            <a:avLst/>
            <a:gdLst/>
            <a:ahLst/>
            <a:cxnLst/>
            <a:rect l="l" t="t" r="r" b="b"/>
            <a:pathLst>
              <a:path w="135567" h="180756">
                <a:moveTo>
                  <a:pt x="88225" y="23583"/>
                </a:moveTo>
                <a:cubicBezTo>
                  <a:pt x="91896" y="18535"/>
                  <a:pt x="90766" y="11474"/>
                  <a:pt x="85718" y="7802"/>
                </a:cubicBezTo>
                <a:cubicBezTo>
                  <a:pt x="80669" y="4131"/>
                  <a:pt x="73609" y="5260"/>
                  <a:pt x="69937" y="10309"/>
                </a:cubicBezTo>
                <a:lnTo>
                  <a:pt x="32515" y="61747"/>
                </a:lnTo>
                <a:lnTo>
                  <a:pt x="19276" y="48508"/>
                </a:lnTo>
                <a:cubicBezTo>
                  <a:pt x="14863" y="44095"/>
                  <a:pt x="7696" y="44095"/>
                  <a:pt x="3283" y="48508"/>
                </a:cubicBezTo>
                <a:cubicBezTo>
                  <a:pt x="-1130" y="52921"/>
                  <a:pt x="-1130" y="60087"/>
                  <a:pt x="3283" y="64500"/>
                </a:cubicBezTo>
                <a:lnTo>
                  <a:pt x="25878" y="87095"/>
                </a:lnTo>
                <a:cubicBezTo>
                  <a:pt x="28208" y="89425"/>
                  <a:pt x="31456" y="90625"/>
                  <a:pt x="34739" y="90378"/>
                </a:cubicBezTo>
                <a:cubicBezTo>
                  <a:pt x="38022" y="90131"/>
                  <a:pt x="41058" y="88436"/>
                  <a:pt x="43000" y="85753"/>
                </a:cubicBezTo>
                <a:lnTo>
                  <a:pt x="88189" y="23618"/>
                </a:lnTo>
                <a:close/>
                <a:moveTo>
                  <a:pt x="133414" y="71596"/>
                </a:moveTo>
                <a:cubicBezTo>
                  <a:pt x="137085" y="66548"/>
                  <a:pt x="135955" y="59487"/>
                  <a:pt x="130907" y="55816"/>
                </a:cubicBezTo>
                <a:cubicBezTo>
                  <a:pt x="125859" y="52144"/>
                  <a:pt x="118798" y="53274"/>
                  <a:pt x="115126" y="58322"/>
                </a:cubicBezTo>
                <a:lnTo>
                  <a:pt x="55109" y="140827"/>
                </a:lnTo>
                <a:lnTo>
                  <a:pt x="30573" y="116291"/>
                </a:lnTo>
                <a:cubicBezTo>
                  <a:pt x="26160" y="111878"/>
                  <a:pt x="18994" y="111878"/>
                  <a:pt x="14581" y="116291"/>
                </a:cubicBezTo>
                <a:cubicBezTo>
                  <a:pt x="10168" y="120704"/>
                  <a:pt x="10168" y="127871"/>
                  <a:pt x="14581" y="132284"/>
                </a:cubicBezTo>
                <a:lnTo>
                  <a:pt x="48472" y="166176"/>
                </a:lnTo>
                <a:cubicBezTo>
                  <a:pt x="50802" y="168506"/>
                  <a:pt x="54050" y="169706"/>
                  <a:pt x="57334" y="169459"/>
                </a:cubicBezTo>
                <a:cubicBezTo>
                  <a:pt x="60617" y="169212"/>
                  <a:pt x="63653" y="167517"/>
                  <a:pt x="65595" y="164834"/>
                </a:cubicBezTo>
                <a:lnTo>
                  <a:pt x="133378" y="71632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41" name="Text 39"/>
          <p:cNvSpPr/>
          <p:nvPr/>
        </p:nvSpPr>
        <p:spPr>
          <a:xfrm>
            <a:off x="1057423" y="6312907"/>
            <a:ext cx="1653918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scores verified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040803" y="6204454"/>
            <a:ext cx="3316875" cy="433815"/>
          </a:xfrm>
          <a:custGeom>
            <a:avLst/>
            <a:gdLst/>
            <a:ahLst/>
            <a:cxnLst/>
            <a:rect l="l" t="t" r="r" b="b"/>
            <a:pathLst>
              <a:path w="3316875" h="433815">
                <a:moveTo>
                  <a:pt x="72304" y="0"/>
                </a:moveTo>
                <a:lnTo>
                  <a:pt x="3244571" y="0"/>
                </a:lnTo>
                <a:cubicBezTo>
                  <a:pt x="3284503" y="0"/>
                  <a:pt x="3316875" y="32372"/>
                  <a:pt x="3316875" y="72304"/>
                </a:cubicBezTo>
                <a:lnTo>
                  <a:pt x="3316875" y="361511"/>
                </a:lnTo>
                <a:cubicBezTo>
                  <a:pt x="3316875" y="401443"/>
                  <a:pt x="3284503" y="433815"/>
                  <a:pt x="3244571" y="433815"/>
                </a:cubicBezTo>
                <a:lnTo>
                  <a:pt x="72304" y="433815"/>
                </a:lnTo>
                <a:cubicBezTo>
                  <a:pt x="32372" y="433815"/>
                  <a:pt x="0" y="401443"/>
                  <a:pt x="0" y="361511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3" name="Shape 41"/>
          <p:cNvSpPr/>
          <p:nvPr/>
        </p:nvSpPr>
        <p:spPr>
          <a:xfrm>
            <a:off x="4194446" y="6330983"/>
            <a:ext cx="135567" cy="180756"/>
          </a:xfrm>
          <a:custGeom>
            <a:avLst/>
            <a:gdLst/>
            <a:ahLst/>
            <a:cxnLst/>
            <a:rect l="l" t="t" r="r" b="b"/>
            <a:pathLst>
              <a:path w="135567" h="180756">
                <a:moveTo>
                  <a:pt x="88225" y="23583"/>
                </a:moveTo>
                <a:cubicBezTo>
                  <a:pt x="91896" y="18535"/>
                  <a:pt x="90766" y="11474"/>
                  <a:pt x="85718" y="7802"/>
                </a:cubicBezTo>
                <a:cubicBezTo>
                  <a:pt x="80669" y="4131"/>
                  <a:pt x="73609" y="5260"/>
                  <a:pt x="69937" y="10309"/>
                </a:cubicBezTo>
                <a:lnTo>
                  <a:pt x="32515" y="61747"/>
                </a:lnTo>
                <a:lnTo>
                  <a:pt x="19276" y="48508"/>
                </a:lnTo>
                <a:cubicBezTo>
                  <a:pt x="14863" y="44095"/>
                  <a:pt x="7696" y="44095"/>
                  <a:pt x="3283" y="48508"/>
                </a:cubicBezTo>
                <a:cubicBezTo>
                  <a:pt x="-1130" y="52921"/>
                  <a:pt x="-1130" y="60087"/>
                  <a:pt x="3283" y="64500"/>
                </a:cubicBezTo>
                <a:lnTo>
                  <a:pt x="25878" y="87095"/>
                </a:lnTo>
                <a:cubicBezTo>
                  <a:pt x="28208" y="89425"/>
                  <a:pt x="31456" y="90625"/>
                  <a:pt x="34739" y="90378"/>
                </a:cubicBezTo>
                <a:cubicBezTo>
                  <a:pt x="38022" y="90131"/>
                  <a:pt x="41058" y="88436"/>
                  <a:pt x="43000" y="85753"/>
                </a:cubicBezTo>
                <a:lnTo>
                  <a:pt x="88189" y="23618"/>
                </a:lnTo>
                <a:close/>
                <a:moveTo>
                  <a:pt x="133414" y="71596"/>
                </a:moveTo>
                <a:cubicBezTo>
                  <a:pt x="137085" y="66548"/>
                  <a:pt x="135955" y="59487"/>
                  <a:pt x="130907" y="55816"/>
                </a:cubicBezTo>
                <a:cubicBezTo>
                  <a:pt x="125859" y="52144"/>
                  <a:pt x="118798" y="53274"/>
                  <a:pt x="115126" y="58322"/>
                </a:cubicBezTo>
                <a:lnTo>
                  <a:pt x="55109" y="140827"/>
                </a:lnTo>
                <a:lnTo>
                  <a:pt x="30573" y="116291"/>
                </a:lnTo>
                <a:cubicBezTo>
                  <a:pt x="26160" y="111878"/>
                  <a:pt x="18994" y="111878"/>
                  <a:pt x="14581" y="116291"/>
                </a:cubicBezTo>
                <a:cubicBezTo>
                  <a:pt x="10168" y="120704"/>
                  <a:pt x="10168" y="127871"/>
                  <a:pt x="14581" y="132284"/>
                </a:cubicBezTo>
                <a:lnTo>
                  <a:pt x="48472" y="166176"/>
                </a:lnTo>
                <a:cubicBezTo>
                  <a:pt x="50802" y="168506"/>
                  <a:pt x="54050" y="169706"/>
                  <a:pt x="57334" y="169459"/>
                </a:cubicBezTo>
                <a:cubicBezTo>
                  <a:pt x="60617" y="169212"/>
                  <a:pt x="63653" y="167517"/>
                  <a:pt x="65595" y="164834"/>
                </a:cubicBezTo>
                <a:lnTo>
                  <a:pt x="133378" y="71632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44" name="Text 42"/>
          <p:cNvSpPr/>
          <p:nvPr/>
        </p:nvSpPr>
        <p:spPr>
          <a:xfrm>
            <a:off x="4483656" y="6312907"/>
            <a:ext cx="164488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 treatment applied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792509" y="1337595"/>
            <a:ext cx="4039899" cy="5522099"/>
          </a:xfrm>
          <a:custGeom>
            <a:avLst/>
            <a:gdLst/>
            <a:ahLst/>
            <a:cxnLst/>
            <a:rect l="l" t="t" r="r" b="b"/>
            <a:pathLst>
              <a:path w="4039899" h="5522099">
                <a:moveTo>
                  <a:pt x="108471" y="0"/>
                </a:moveTo>
                <a:lnTo>
                  <a:pt x="3931428" y="0"/>
                </a:lnTo>
                <a:cubicBezTo>
                  <a:pt x="3991335" y="0"/>
                  <a:pt x="4039899" y="48564"/>
                  <a:pt x="4039899" y="108471"/>
                </a:cubicBezTo>
                <a:lnTo>
                  <a:pt x="4039899" y="5413628"/>
                </a:lnTo>
                <a:cubicBezTo>
                  <a:pt x="4039899" y="5473535"/>
                  <a:pt x="3991335" y="5522099"/>
                  <a:pt x="3931428" y="5522099"/>
                </a:cubicBezTo>
                <a:lnTo>
                  <a:pt x="108471" y="5522099"/>
                </a:lnTo>
                <a:cubicBezTo>
                  <a:pt x="48564" y="5522099"/>
                  <a:pt x="0" y="5473535"/>
                  <a:pt x="0" y="5413628"/>
                </a:cubicBezTo>
                <a:lnTo>
                  <a:pt x="0" y="108471"/>
                </a:lnTo>
                <a:cubicBezTo>
                  <a:pt x="0" y="48604"/>
                  <a:pt x="48604" y="0"/>
                  <a:pt x="108471" y="0"/>
                </a:cubicBezTo>
                <a:close/>
              </a:path>
            </a:pathLst>
          </a:custGeom>
          <a:gradFill rotWithShape="1" flip="none">
            <a:gsLst>
              <a:gs pos="0">
                <a:srgbClr val="34568B"/>
              </a:gs>
              <a:gs pos="100000">
                <a:srgbClr val="34568B">
                  <a:alpha val="8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35567" dist="90378" dir="540000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009417" y="1554503"/>
            <a:ext cx="506117" cy="506117"/>
          </a:xfrm>
          <a:custGeom>
            <a:avLst/>
            <a:gdLst/>
            <a:ahLst/>
            <a:cxnLst/>
            <a:rect l="l" t="t" r="r" b="b"/>
            <a:pathLst>
              <a:path w="506117" h="506117">
                <a:moveTo>
                  <a:pt x="253059" y="0"/>
                </a:moveTo>
                <a:lnTo>
                  <a:pt x="253059" y="0"/>
                </a:lnTo>
                <a:cubicBezTo>
                  <a:pt x="392819" y="0"/>
                  <a:pt x="506117" y="113298"/>
                  <a:pt x="506117" y="253059"/>
                </a:cubicBezTo>
                <a:lnTo>
                  <a:pt x="506117" y="253059"/>
                </a:lnTo>
                <a:cubicBezTo>
                  <a:pt x="506117" y="392819"/>
                  <a:pt x="392819" y="506117"/>
                  <a:pt x="253059" y="506117"/>
                </a:cubicBezTo>
                <a:lnTo>
                  <a:pt x="253059" y="506117"/>
                </a:lnTo>
                <a:cubicBezTo>
                  <a:pt x="113298" y="506117"/>
                  <a:pt x="0" y="392819"/>
                  <a:pt x="0" y="253059"/>
                </a:cubicBezTo>
                <a:lnTo>
                  <a:pt x="0" y="253059"/>
                </a:lnTo>
                <a:cubicBezTo>
                  <a:pt x="0" y="113298"/>
                  <a:pt x="113298" y="0"/>
                  <a:pt x="25305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54022" y="1699107"/>
            <a:ext cx="216907" cy="216907"/>
          </a:xfrm>
          <a:custGeom>
            <a:avLst/>
            <a:gdLst/>
            <a:ahLst/>
            <a:cxnLst/>
            <a:rect l="l" t="t" r="r" b="b"/>
            <a:pathLst>
              <a:path w="216907" h="216907">
                <a:moveTo>
                  <a:pt x="54227" y="135567"/>
                </a:moveTo>
                <a:lnTo>
                  <a:pt x="10379" y="135567"/>
                </a:lnTo>
                <a:cubicBezTo>
                  <a:pt x="-169" y="135567"/>
                  <a:pt x="-6651" y="124086"/>
                  <a:pt x="-1229" y="115020"/>
                </a:cubicBezTo>
                <a:lnTo>
                  <a:pt x="21182" y="77655"/>
                </a:lnTo>
                <a:cubicBezTo>
                  <a:pt x="24868" y="71512"/>
                  <a:pt x="31477" y="67784"/>
                  <a:pt x="38637" y="67784"/>
                </a:cubicBezTo>
                <a:lnTo>
                  <a:pt x="78883" y="67784"/>
                </a:lnTo>
                <a:cubicBezTo>
                  <a:pt x="111123" y="13175"/>
                  <a:pt x="159207" y="10422"/>
                  <a:pt x="191361" y="15124"/>
                </a:cubicBezTo>
                <a:cubicBezTo>
                  <a:pt x="196784" y="15929"/>
                  <a:pt x="201021" y="20166"/>
                  <a:pt x="201783" y="25546"/>
                </a:cubicBezTo>
                <a:cubicBezTo>
                  <a:pt x="206486" y="57701"/>
                  <a:pt x="203732" y="105785"/>
                  <a:pt x="149124" y="138024"/>
                </a:cubicBezTo>
                <a:lnTo>
                  <a:pt x="149124" y="178271"/>
                </a:lnTo>
                <a:cubicBezTo>
                  <a:pt x="149124" y="185430"/>
                  <a:pt x="145396" y="192039"/>
                  <a:pt x="139253" y="195725"/>
                </a:cubicBezTo>
                <a:lnTo>
                  <a:pt x="101887" y="218136"/>
                </a:lnTo>
                <a:cubicBezTo>
                  <a:pt x="92863" y="223559"/>
                  <a:pt x="81340" y="217034"/>
                  <a:pt x="81340" y="206528"/>
                </a:cubicBezTo>
                <a:lnTo>
                  <a:pt x="81340" y="162681"/>
                </a:lnTo>
                <a:cubicBezTo>
                  <a:pt x="81340" y="147726"/>
                  <a:pt x="69182" y="135567"/>
                  <a:pt x="54227" y="135567"/>
                </a:cubicBezTo>
                <a:lnTo>
                  <a:pt x="54184" y="135567"/>
                </a:lnTo>
                <a:close/>
                <a:moveTo>
                  <a:pt x="169459" y="67784"/>
                </a:moveTo>
                <a:cubicBezTo>
                  <a:pt x="169459" y="56560"/>
                  <a:pt x="160347" y="47448"/>
                  <a:pt x="149124" y="47448"/>
                </a:cubicBezTo>
                <a:cubicBezTo>
                  <a:pt x="137901" y="47448"/>
                  <a:pt x="128789" y="56560"/>
                  <a:pt x="128789" y="67784"/>
                </a:cubicBezTo>
                <a:cubicBezTo>
                  <a:pt x="128789" y="79007"/>
                  <a:pt x="137901" y="88119"/>
                  <a:pt x="149124" y="88119"/>
                </a:cubicBezTo>
                <a:cubicBezTo>
                  <a:pt x="160347" y="88119"/>
                  <a:pt x="169459" y="79007"/>
                  <a:pt x="169459" y="677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8623987" y="1662956"/>
            <a:ext cx="1906977" cy="28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for Power BI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13032" y="2554761"/>
            <a:ext cx="3604277" cy="838708"/>
          </a:xfrm>
          <a:custGeom>
            <a:avLst/>
            <a:gdLst/>
            <a:ahLst/>
            <a:cxnLst/>
            <a:rect l="l" t="t" r="r" b="b"/>
            <a:pathLst>
              <a:path w="3604277" h="838708">
                <a:moveTo>
                  <a:pt x="72305" y="0"/>
                </a:moveTo>
                <a:lnTo>
                  <a:pt x="3531972" y="0"/>
                </a:lnTo>
                <a:cubicBezTo>
                  <a:pt x="3571905" y="0"/>
                  <a:pt x="3604277" y="32372"/>
                  <a:pt x="3604277" y="72305"/>
                </a:cubicBezTo>
                <a:lnTo>
                  <a:pt x="3604277" y="766403"/>
                </a:lnTo>
                <a:cubicBezTo>
                  <a:pt x="3604277" y="806336"/>
                  <a:pt x="3571905" y="838708"/>
                  <a:pt x="3531972" y="838708"/>
                </a:cubicBezTo>
                <a:lnTo>
                  <a:pt x="72305" y="838708"/>
                </a:lnTo>
                <a:cubicBezTo>
                  <a:pt x="32372" y="838708"/>
                  <a:pt x="0" y="806336"/>
                  <a:pt x="0" y="766403"/>
                </a:cubicBezTo>
                <a:lnTo>
                  <a:pt x="0" y="72305"/>
                </a:lnTo>
                <a:cubicBezTo>
                  <a:pt x="0" y="32372"/>
                  <a:pt x="32372" y="0"/>
                  <a:pt x="723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83846" y="2739135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11297" y="11297"/>
                </a:moveTo>
                <a:cubicBezTo>
                  <a:pt x="17546" y="11297"/>
                  <a:pt x="22595" y="16346"/>
                  <a:pt x="22595" y="22595"/>
                </a:cubicBezTo>
                <a:lnTo>
                  <a:pt x="22595" y="141216"/>
                </a:lnTo>
                <a:cubicBezTo>
                  <a:pt x="22595" y="144322"/>
                  <a:pt x="25136" y="146864"/>
                  <a:pt x="28243" y="146864"/>
                </a:cubicBezTo>
                <a:lnTo>
                  <a:pt x="169459" y="146864"/>
                </a:lnTo>
                <a:cubicBezTo>
                  <a:pt x="175708" y="146864"/>
                  <a:pt x="180756" y="151913"/>
                  <a:pt x="180756" y="158162"/>
                </a:cubicBezTo>
                <a:cubicBezTo>
                  <a:pt x="180756" y="164410"/>
                  <a:pt x="175708" y="169459"/>
                  <a:pt x="169459" y="169459"/>
                </a:cubicBezTo>
                <a:lnTo>
                  <a:pt x="28243" y="169459"/>
                </a:lnTo>
                <a:cubicBezTo>
                  <a:pt x="12639" y="169459"/>
                  <a:pt x="0" y="156820"/>
                  <a:pt x="0" y="141216"/>
                </a:cubicBezTo>
                <a:lnTo>
                  <a:pt x="0" y="22595"/>
                </a:lnTo>
                <a:cubicBezTo>
                  <a:pt x="0" y="16346"/>
                  <a:pt x="5048" y="11297"/>
                  <a:pt x="11297" y="11297"/>
                </a:cubicBezTo>
                <a:close/>
                <a:moveTo>
                  <a:pt x="45189" y="33892"/>
                </a:moveTo>
                <a:cubicBezTo>
                  <a:pt x="45189" y="27643"/>
                  <a:pt x="50237" y="22595"/>
                  <a:pt x="56486" y="22595"/>
                </a:cubicBezTo>
                <a:lnTo>
                  <a:pt x="124270" y="22595"/>
                </a:lnTo>
                <a:cubicBezTo>
                  <a:pt x="130519" y="22595"/>
                  <a:pt x="135567" y="27643"/>
                  <a:pt x="135567" y="33892"/>
                </a:cubicBezTo>
                <a:cubicBezTo>
                  <a:pt x="135567" y="40141"/>
                  <a:pt x="130519" y="45189"/>
                  <a:pt x="124270" y="45189"/>
                </a:cubicBezTo>
                <a:lnTo>
                  <a:pt x="56486" y="45189"/>
                </a:lnTo>
                <a:cubicBezTo>
                  <a:pt x="50237" y="45189"/>
                  <a:pt x="45189" y="40141"/>
                  <a:pt x="45189" y="33892"/>
                </a:cubicBezTo>
                <a:close/>
                <a:moveTo>
                  <a:pt x="56486" y="62135"/>
                </a:moveTo>
                <a:lnTo>
                  <a:pt x="101675" y="62135"/>
                </a:lnTo>
                <a:cubicBezTo>
                  <a:pt x="107924" y="62135"/>
                  <a:pt x="112973" y="67183"/>
                  <a:pt x="112973" y="73432"/>
                </a:cubicBezTo>
                <a:cubicBezTo>
                  <a:pt x="112973" y="79681"/>
                  <a:pt x="107924" y="84729"/>
                  <a:pt x="101675" y="84729"/>
                </a:cubicBezTo>
                <a:lnTo>
                  <a:pt x="56486" y="84729"/>
                </a:lnTo>
                <a:cubicBezTo>
                  <a:pt x="50237" y="84729"/>
                  <a:pt x="45189" y="79681"/>
                  <a:pt x="45189" y="73432"/>
                </a:cubicBezTo>
                <a:cubicBezTo>
                  <a:pt x="45189" y="67183"/>
                  <a:pt x="50237" y="62135"/>
                  <a:pt x="56486" y="62135"/>
                </a:cubicBezTo>
                <a:close/>
                <a:moveTo>
                  <a:pt x="56486" y="101675"/>
                </a:moveTo>
                <a:lnTo>
                  <a:pt x="146864" y="101675"/>
                </a:lnTo>
                <a:cubicBezTo>
                  <a:pt x="153113" y="101675"/>
                  <a:pt x="158162" y="106724"/>
                  <a:pt x="158162" y="112973"/>
                </a:cubicBezTo>
                <a:cubicBezTo>
                  <a:pt x="158162" y="119221"/>
                  <a:pt x="153113" y="124270"/>
                  <a:pt x="146864" y="124270"/>
                </a:cubicBezTo>
                <a:lnTo>
                  <a:pt x="56486" y="124270"/>
                </a:lnTo>
                <a:cubicBezTo>
                  <a:pt x="50237" y="124270"/>
                  <a:pt x="45189" y="119221"/>
                  <a:pt x="45189" y="112973"/>
                </a:cubicBezTo>
                <a:cubicBezTo>
                  <a:pt x="45189" y="106724"/>
                  <a:pt x="50237" y="101675"/>
                  <a:pt x="56486" y="101675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51" name="Text 49"/>
          <p:cNvSpPr/>
          <p:nvPr/>
        </p:nvSpPr>
        <p:spPr>
          <a:xfrm>
            <a:off x="8495651" y="2702984"/>
            <a:ext cx="1138764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161252" y="3028345"/>
            <a:ext cx="338013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patterns and seasonal trends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13032" y="4020355"/>
            <a:ext cx="3604277" cy="838708"/>
          </a:xfrm>
          <a:custGeom>
            <a:avLst/>
            <a:gdLst/>
            <a:ahLst/>
            <a:cxnLst/>
            <a:rect l="l" t="t" r="r" b="b"/>
            <a:pathLst>
              <a:path w="3604277" h="838708">
                <a:moveTo>
                  <a:pt x="72305" y="0"/>
                </a:moveTo>
                <a:lnTo>
                  <a:pt x="3531972" y="0"/>
                </a:lnTo>
                <a:cubicBezTo>
                  <a:pt x="3571905" y="0"/>
                  <a:pt x="3604277" y="32372"/>
                  <a:pt x="3604277" y="72305"/>
                </a:cubicBezTo>
                <a:lnTo>
                  <a:pt x="3604277" y="766403"/>
                </a:lnTo>
                <a:cubicBezTo>
                  <a:pt x="3604277" y="806336"/>
                  <a:pt x="3571905" y="838708"/>
                  <a:pt x="3531972" y="838708"/>
                </a:cubicBezTo>
                <a:lnTo>
                  <a:pt x="72305" y="838708"/>
                </a:lnTo>
                <a:cubicBezTo>
                  <a:pt x="32372" y="838708"/>
                  <a:pt x="0" y="806336"/>
                  <a:pt x="0" y="766403"/>
                </a:cubicBezTo>
                <a:lnTo>
                  <a:pt x="0" y="72305"/>
                </a:lnTo>
                <a:cubicBezTo>
                  <a:pt x="0" y="32372"/>
                  <a:pt x="32372" y="0"/>
                  <a:pt x="723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83846" y="4204729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>
                <a:moveTo>
                  <a:pt x="90378" y="180756"/>
                </a:moveTo>
                <a:cubicBezTo>
                  <a:pt x="140259" y="180756"/>
                  <a:pt x="180756" y="140259"/>
                  <a:pt x="180756" y="90378"/>
                </a:cubicBezTo>
                <a:cubicBezTo>
                  <a:pt x="180756" y="40497"/>
                  <a:pt x="140259" y="0"/>
                  <a:pt x="90378" y="0"/>
                </a:cubicBezTo>
                <a:cubicBezTo>
                  <a:pt x="40497" y="0"/>
                  <a:pt x="0" y="40497"/>
                  <a:pt x="0" y="90378"/>
                </a:cubicBezTo>
                <a:cubicBezTo>
                  <a:pt x="0" y="140259"/>
                  <a:pt x="40497" y="180756"/>
                  <a:pt x="90378" y="180756"/>
                </a:cubicBezTo>
                <a:close/>
                <a:moveTo>
                  <a:pt x="58393" y="113643"/>
                </a:moveTo>
                <a:cubicBezTo>
                  <a:pt x="65595" y="123528"/>
                  <a:pt x="77245" y="129918"/>
                  <a:pt x="90378" y="129918"/>
                </a:cubicBezTo>
                <a:cubicBezTo>
                  <a:pt x="103511" y="129918"/>
                  <a:pt x="115161" y="123528"/>
                  <a:pt x="122363" y="113643"/>
                </a:cubicBezTo>
                <a:cubicBezTo>
                  <a:pt x="125117" y="109866"/>
                  <a:pt x="130413" y="109019"/>
                  <a:pt x="134190" y="111772"/>
                </a:cubicBezTo>
                <a:cubicBezTo>
                  <a:pt x="137968" y="114526"/>
                  <a:pt x="138815" y="119822"/>
                  <a:pt x="136061" y="123599"/>
                </a:cubicBezTo>
                <a:cubicBezTo>
                  <a:pt x="125788" y="137685"/>
                  <a:pt x="109160" y="146864"/>
                  <a:pt x="90378" y="146864"/>
                </a:cubicBezTo>
                <a:cubicBezTo>
                  <a:pt x="71596" y="146864"/>
                  <a:pt x="54968" y="137685"/>
                  <a:pt x="44695" y="123599"/>
                </a:cubicBezTo>
                <a:cubicBezTo>
                  <a:pt x="41941" y="119822"/>
                  <a:pt x="42788" y="114526"/>
                  <a:pt x="46566" y="111772"/>
                </a:cubicBezTo>
                <a:cubicBezTo>
                  <a:pt x="50343" y="109019"/>
                  <a:pt x="55639" y="109866"/>
                  <a:pt x="58393" y="113643"/>
                </a:cubicBezTo>
                <a:close/>
                <a:moveTo>
                  <a:pt x="50838" y="73432"/>
                </a:moveTo>
                <a:cubicBezTo>
                  <a:pt x="50838" y="67197"/>
                  <a:pt x="55900" y="62135"/>
                  <a:pt x="62135" y="62135"/>
                </a:cubicBezTo>
                <a:cubicBezTo>
                  <a:pt x="68370" y="62135"/>
                  <a:pt x="73432" y="67197"/>
                  <a:pt x="73432" y="73432"/>
                </a:cubicBezTo>
                <a:cubicBezTo>
                  <a:pt x="73432" y="79667"/>
                  <a:pt x="68370" y="84729"/>
                  <a:pt x="62135" y="84729"/>
                </a:cubicBezTo>
                <a:cubicBezTo>
                  <a:pt x="55900" y="84729"/>
                  <a:pt x="50838" y="79667"/>
                  <a:pt x="50838" y="73432"/>
                </a:cubicBezTo>
                <a:close/>
                <a:moveTo>
                  <a:pt x="118621" y="62135"/>
                </a:moveTo>
                <a:cubicBezTo>
                  <a:pt x="124856" y="62135"/>
                  <a:pt x="129918" y="67197"/>
                  <a:pt x="129918" y="73432"/>
                </a:cubicBezTo>
                <a:cubicBezTo>
                  <a:pt x="129918" y="79667"/>
                  <a:pt x="124856" y="84729"/>
                  <a:pt x="118621" y="84729"/>
                </a:cubicBezTo>
                <a:cubicBezTo>
                  <a:pt x="112386" y="84729"/>
                  <a:pt x="107324" y="79667"/>
                  <a:pt x="107324" y="73432"/>
                </a:cubicBezTo>
                <a:cubicBezTo>
                  <a:pt x="107324" y="67197"/>
                  <a:pt x="112386" y="62135"/>
                  <a:pt x="118621" y="62135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55" name="Text 53"/>
          <p:cNvSpPr/>
          <p:nvPr/>
        </p:nvSpPr>
        <p:spPr>
          <a:xfrm>
            <a:off x="8495651" y="4168578"/>
            <a:ext cx="1455087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161252" y="4493939"/>
            <a:ext cx="338013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Reaction distribution and sentiment scores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13032" y="5486064"/>
            <a:ext cx="3604277" cy="838708"/>
          </a:xfrm>
          <a:custGeom>
            <a:avLst/>
            <a:gdLst/>
            <a:ahLst/>
            <a:cxnLst/>
            <a:rect l="l" t="t" r="r" b="b"/>
            <a:pathLst>
              <a:path w="3604277" h="838708">
                <a:moveTo>
                  <a:pt x="72305" y="0"/>
                </a:moveTo>
                <a:lnTo>
                  <a:pt x="3531972" y="0"/>
                </a:lnTo>
                <a:cubicBezTo>
                  <a:pt x="3571905" y="0"/>
                  <a:pt x="3604277" y="32372"/>
                  <a:pt x="3604277" y="72305"/>
                </a:cubicBezTo>
                <a:lnTo>
                  <a:pt x="3604277" y="766403"/>
                </a:lnTo>
                <a:cubicBezTo>
                  <a:pt x="3604277" y="806336"/>
                  <a:pt x="3571905" y="838708"/>
                  <a:pt x="3531972" y="838708"/>
                </a:cubicBezTo>
                <a:lnTo>
                  <a:pt x="72305" y="838708"/>
                </a:lnTo>
                <a:cubicBezTo>
                  <a:pt x="32372" y="838708"/>
                  <a:pt x="0" y="806336"/>
                  <a:pt x="0" y="766403"/>
                </a:cubicBezTo>
                <a:lnTo>
                  <a:pt x="0" y="72305"/>
                </a:lnTo>
                <a:cubicBezTo>
                  <a:pt x="0" y="32372"/>
                  <a:pt x="32372" y="0"/>
                  <a:pt x="723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95143" y="5670433"/>
            <a:ext cx="158162" cy="180756"/>
          </a:xfrm>
          <a:custGeom>
            <a:avLst/>
            <a:gdLst/>
            <a:ahLst/>
            <a:cxnLst/>
            <a:rect l="l" t="t" r="r" b="b"/>
            <a:pathLst>
              <a:path w="158162" h="180756">
                <a:moveTo>
                  <a:pt x="56663" y="-9320"/>
                </a:moveTo>
                <a:cubicBezTo>
                  <a:pt x="59946" y="-12074"/>
                  <a:pt x="64783" y="-11968"/>
                  <a:pt x="67925" y="-9003"/>
                </a:cubicBezTo>
                <a:cubicBezTo>
                  <a:pt x="72267" y="-4907"/>
                  <a:pt x="76151" y="-388"/>
                  <a:pt x="79893" y="4201"/>
                </a:cubicBezTo>
                <a:cubicBezTo>
                  <a:pt x="84659" y="10026"/>
                  <a:pt x="90378" y="17723"/>
                  <a:pt x="95885" y="26866"/>
                </a:cubicBezTo>
                <a:cubicBezTo>
                  <a:pt x="97721" y="24466"/>
                  <a:pt x="99416" y="22347"/>
                  <a:pt x="100899" y="20547"/>
                </a:cubicBezTo>
                <a:cubicBezTo>
                  <a:pt x="101287" y="20088"/>
                  <a:pt x="101675" y="19594"/>
                  <a:pt x="102064" y="19099"/>
                </a:cubicBezTo>
                <a:cubicBezTo>
                  <a:pt x="104853" y="15640"/>
                  <a:pt x="108312" y="11297"/>
                  <a:pt x="112937" y="11297"/>
                </a:cubicBezTo>
                <a:cubicBezTo>
                  <a:pt x="117668" y="11297"/>
                  <a:pt x="120987" y="15498"/>
                  <a:pt x="123811" y="19099"/>
                </a:cubicBezTo>
                <a:cubicBezTo>
                  <a:pt x="124270" y="19700"/>
                  <a:pt x="124729" y="20264"/>
                  <a:pt x="125188" y="20794"/>
                </a:cubicBezTo>
                <a:cubicBezTo>
                  <a:pt x="128824" y="25172"/>
                  <a:pt x="133661" y="31491"/>
                  <a:pt x="138497" y="39293"/>
                </a:cubicBezTo>
                <a:cubicBezTo>
                  <a:pt x="148100" y="54792"/>
                  <a:pt x="158126" y="76857"/>
                  <a:pt x="158126" y="101640"/>
                </a:cubicBezTo>
                <a:cubicBezTo>
                  <a:pt x="158126" y="145311"/>
                  <a:pt x="122716" y="180721"/>
                  <a:pt x="79045" y="180721"/>
                </a:cubicBezTo>
                <a:cubicBezTo>
                  <a:pt x="35375" y="180721"/>
                  <a:pt x="0" y="145346"/>
                  <a:pt x="0" y="101675"/>
                </a:cubicBezTo>
                <a:cubicBezTo>
                  <a:pt x="0" y="69513"/>
                  <a:pt x="14510" y="41659"/>
                  <a:pt x="28420" y="22241"/>
                </a:cubicBezTo>
                <a:cubicBezTo>
                  <a:pt x="35445" y="12462"/>
                  <a:pt x="42435" y="4625"/>
                  <a:pt x="47696" y="-741"/>
                </a:cubicBezTo>
                <a:cubicBezTo>
                  <a:pt x="50591" y="-3707"/>
                  <a:pt x="53521" y="-6637"/>
                  <a:pt x="56698" y="-9285"/>
                </a:cubicBezTo>
                <a:close/>
                <a:moveTo>
                  <a:pt x="79681" y="146864"/>
                </a:moveTo>
                <a:cubicBezTo>
                  <a:pt x="88613" y="146864"/>
                  <a:pt x="96521" y="144393"/>
                  <a:pt x="103970" y="139451"/>
                </a:cubicBezTo>
                <a:cubicBezTo>
                  <a:pt x="118833" y="129071"/>
                  <a:pt x="122822" y="108312"/>
                  <a:pt x="113890" y="92002"/>
                </a:cubicBezTo>
                <a:cubicBezTo>
                  <a:pt x="112302" y="88825"/>
                  <a:pt x="108242" y="88613"/>
                  <a:pt x="105947" y="91296"/>
                </a:cubicBezTo>
                <a:lnTo>
                  <a:pt x="97051" y="101640"/>
                </a:lnTo>
                <a:cubicBezTo>
                  <a:pt x="94720" y="104323"/>
                  <a:pt x="90519" y="104253"/>
                  <a:pt x="88330" y="101463"/>
                </a:cubicBezTo>
                <a:cubicBezTo>
                  <a:pt x="82223" y="93661"/>
                  <a:pt x="70996" y="79434"/>
                  <a:pt x="65277" y="72161"/>
                </a:cubicBezTo>
                <a:cubicBezTo>
                  <a:pt x="63371" y="69725"/>
                  <a:pt x="59911" y="69337"/>
                  <a:pt x="57687" y="71490"/>
                </a:cubicBezTo>
                <a:cubicBezTo>
                  <a:pt x="51226" y="77775"/>
                  <a:pt x="39505" y="91543"/>
                  <a:pt x="39505" y="108312"/>
                </a:cubicBezTo>
                <a:cubicBezTo>
                  <a:pt x="39505" y="132531"/>
                  <a:pt x="57369" y="146864"/>
                  <a:pt x="79646" y="146864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59" name="Text 57"/>
          <p:cNvSpPr/>
          <p:nvPr/>
        </p:nvSpPr>
        <p:spPr>
          <a:xfrm>
            <a:off x="8495651" y="5634282"/>
            <a:ext cx="1599692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Insights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161252" y="5959643"/>
            <a:ext cx="3380139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 and engagement patterns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456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future-processing.com/4c070c2e3046910af495c3716ef7a984bf2b9236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2531" b="22531"/>
          <a:stretch/>
        </p:blipFill>
        <p:spPr>
          <a:xfrm>
            <a:off x="0" y="0"/>
            <a:ext cx="12192000" cy="685858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585"/>
          </a:xfrm>
          <a:custGeom>
            <a:avLst/>
            <a:gdLst/>
            <a:ahLst/>
            <a:cxnLst/>
            <a:rect l="l" t="t" r="r" b="b"/>
            <a:pathLst>
              <a:path w="12192000" h="6858585">
                <a:moveTo>
                  <a:pt x="0" y="0"/>
                </a:moveTo>
                <a:lnTo>
                  <a:pt x="12192000" y="0"/>
                </a:lnTo>
                <a:lnTo>
                  <a:pt x="12192000" y="6858585"/>
                </a:lnTo>
                <a:lnTo>
                  <a:pt x="0" y="685858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4568B">
                  <a:alpha val="95000"/>
                </a:srgbClr>
              </a:gs>
              <a:gs pos="50000">
                <a:srgbClr val="34568B">
                  <a:alpha val="92000"/>
                </a:srgbClr>
              </a:gs>
              <a:gs pos="100000">
                <a:srgbClr val="34568B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74275" y="898259"/>
            <a:ext cx="11668015" cy="44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74275" y="1497099"/>
            <a:ext cx="1197679" cy="37427"/>
          </a:xfrm>
          <a:custGeom>
            <a:avLst/>
            <a:gdLst/>
            <a:ahLst/>
            <a:cxnLst/>
            <a:rect l="l" t="t" r="r" b="b"/>
            <a:pathLst>
              <a:path w="1197679" h="37427">
                <a:moveTo>
                  <a:pt x="0" y="0"/>
                </a:moveTo>
                <a:lnTo>
                  <a:pt x="1197679" y="0"/>
                </a:lnTo>
                <a:lnTo>
                  <a:pt x="1197679" y="37427"/>
                </a:lnTo>
                <a:lnTo>
                  <a:pt x="0" y="37427"/>
                </a:lnTo>
                <a:lnTo>
                  <a:pt x="0" y="0"/>
                </a:ln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6" name="Shape 3"/>
          <p:cNvSpPr/>
          <p:nvPr/>
        </p:nvSpPr>
        <p:spPr>
          <a:xfrm>
            <a:off x="606325" y="1991144"/>
            <a:ext cx="598840" cy="598840"/>
          </a:xfrm>
          <a:custGeom>
            <a:avLst/>
            <a:gdLst/>
            <a:ahLst/>
            <a:cxnLst/>
            <a:rect l="l" t="t" r="r" b="b"/>
            <a:pathLst>
              <a:path w="598840" h="598840">
                <a:moveTo>
                  <a:pt x="299420" y="0"/>
                </a:moveTo>
                <a:lnTo>
                  <a:pt x="299420" y="0"/>
                </a:lnTo>
                <a:cubicBezTo>
                  <a:pt x="464674" y="0"/>
                  <a:pt x="598840" y="134166"/>
                  <a:pt x="598840" y="299420"/>
                </a:cubicBezTo>
                <a:lnTo>
                  <a:pt x="598840" y="299420"/>
                </a:lnTo>
                <a:cubicBezTo>
                  <a:pt x="598840" y="464674"/>
                  <a:pt x="464674" y="598840"/>
                  <a:pt x="299420" y="598840"/>
                </a:cubicBezTo>
                <a:lnTo>
                  <a:pt x="299420" y="598840"/>
                </a:lnTo>
                <a:cubicBezTo>
                  <a:pt x="134166" y="598840"/>
                  <a:pt x="0" y="464674"/>
                  <a:pt x="0" y="299420"/>
                </a:cubicBezTo>
                <a:lnTo>
                  <a:pt x="0" y="299420"/>
                </a:lnTo>
                <a:cubicBezTo>
                  <a:pt x="0" y="134166"/>
                  <a:pt x="134166" y="0"/>
                  <a:pt x="299420" y="0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7" name="Shape 4"/>
          <p:cNvSpPr/>
          <p:nvPr/>
        </p:nvSpPr>
        <p:spPr>
          <a:xfrm>
            <a:off x="750187" y="2150211"/>
            <a:ext cx="315794" cy="280706"/>
          </a:xfrm>
          <a:custGeom>
            <a:avLst/>
            <a:gdLst/>
            <a:ahLst/>
            <a:cxnLst/>
            <a:rect l="l" t="t" r="r" b="b"/>
            <a:pathLst>
              <a:path w="315794" h="280706">
                <a:moveTo>
                  <a:pt x="169685" y="-10362"/>
                </a:moveTo>
                <a:cubicBezTo>
                  <a:pt x="167437" y="-14748"/>
                  <a:pt x="162886" y="-17544"/>
                  <a:pt x="157952" y="-17544"/>
                </a:cubicBezTo>
                <a:cubicBezTo>
                  <a:pt x="153018" y="-17544"/>
                  <a:pt x="148467" y="-14748"/>
                  <a:pt x="146219" y="-10362"/>
                </a:cubicBezTo>
                <a:lnTo>
                  <a:pt x="105868" y="68696"/>
                </a:lnTo>
                <a:lnTo>
                  <a:pt x="18202" y="82622"/>
                </a:lnTo>
                <a:cubicBezTo>
                  <a:pt x="13323" y="83389"/>
                  <a:pt x="9265" y="86843"/>
                  <a:pt x="7730" y="91558"/>
                </a:cubicBezTo>
                <a:cubicBezTo>
                  <a:pt x="6195" y="96273"/>
                  <a:pt x="7456" y="101427"/>
                  <a:pt x="10910" y="104936"/>
                </a:cubicBezTo>
                <a:lnTo>
                  <a:pt x="73631" y="167711"/>
                </a:lnTo>
                <a:lnTo>
                  <a:pt x="59815" y="255377"/>
                </a:lnTo>
                <a:cubicBezTo>
                  <a:pt x="59047" y="260256"/>
                  <a:pt x="61075" y="265190"/>
                  <a:pt x="65078" y="268096"/>
                </a:cubicBezTo>
                <a:cubicBezTo>
                  <a:pt x="69080" y="271002"/>
                  <a:pt x="74343" y="271441"/>
                  <a:pt x="78784" y="269193"/>
                </a:cubicBezTo>
                <a:lnTo>
                  <a:pt x="157952" y="228951"/>
                </a:lnTo>
                <a:lnTo>
                  <a:pt x="237065" y="269193"/>
                </a:lnTo>
                <a:cubicBezTo>
                  <a:pt x="241451" y="271441"/>
                  <a:pt x="246769" y="271002"/>
                  <a:pt x="250771" y="268096"/>
                </a:cubicBezTo>
                <a:cubicBezTo>
                  <a:pt x="254774" y="265190"/>
                  <a:pt x="256802" y="260311"/>
                  <a:pt x="256035" y="255377"/>
                </a:cubicBezTo>
                <a:lnTo>
                  <a:pt x="242164" y="167711"/>
                </a:lnTo>
                <a:lnTo>
                  <a:pt x="304884" y="104936"/>
                </a:lnTo>
                <a:cubicBezTo>
                  <a:pt x="308393" y="101427"/>
                  <a:pt x="309599" y="96273"/>
                  <a:pt x="308064" y="91558"/>
                </a:cubicBezTo>
                <a:cubicBezTo>
                  <a:pt x="306529" y="86843"/>
                  <a:pt x="302527" y="83389"/>
                  <a:pt x="297592" y="82622"/>
                </a:cubicBezTo>
                <a:lnTo>
                  <a:pt x="209981" y="68696"/>
                </a:lnTo>
                <a:lnTo>
                  <a:pt x="169685" y="-1036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354875" y="2122141"/>
            <a:ext cx="3714677" cy="336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Importance of Preprocessing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6325" y="2777121"/>
            <a:ext cx="5230490" cy="823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6" b="1" dirty="0">
                <a:solidFill>
                  <a:srgbClr val="E09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preprocessing is the foundation of reliable analytics.</a:t>
            </a:r>
            <a:pPr>
              <a:lnSpc>
                <a:spcPct val="140000"/>
              </a:lnSpc>
            </a:pPr>
            <a:r>
              <a:rPr lang="en-US" sz="132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proper cleaning and validation, insights derived from raw data can be misleading and inaccurate.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5039" y="3822751"/>
            <a:ext cx="187137" cy="187137"/>
          </a:xfrm>
          <a:custGeom>
            <a:avLst/>
            <a:gdLst/>
            <a:ahLst/>
            <a:cxnLst/>
            <a:rect l="l" t="t" r="r" b="b"/>
            <a:pathLst>
              <a:path w="187137" h="187137">
                <a:moveTo>
                  <a:pt x="93569" y="187137"/>
                </a:moveTo>
                <a:cubicBezTo>
                  <a:pt x="145211" y="187137"/>
                  <a:pt x="187137" y="145211"/>
                  <a:pt x="187137" y="93569"/>
                </a:cubicBezTo>
                <a:cubicBezTo>
                  <a:pt x="187137" y="41927"/>
                  <a:pt x="145211" y="0"/>
                  <a:pt x="93569" y="0"/>
                </a:cubicBezTo>
                <a:cubicBezTo>
                  <a:pt x="41927" y="0"/>
                  <a:pt x="0" y="41927"/>
                  <a:pt x="0" y="93569"/>
                </a:cubicBezTo>
                <a:cubicBezTo>
                  <a:pt x="0" y="145211"/>
                  <a:pt x="41927" y="187137"/>
                  <a:pt x="93569" y="187137"/>
                </a:cubicBezTo>
                <a:close/>
                <a:moveTo>
                  <a:pt x="124417" y="77742"/>
                </a:moveTo>
                <a:lnTo>
                  <a:pt x="95177" y="124527"/>
                </a:lnTo>
                <a:cubicBezTo>
                  <a:pt x="93642" y="126976"/>
                  <a:pt x="91010" y="128511"/>
                  <a:pt x="88123" y="128657"/>
                </a:cubicBezTo>
                <a:cubicBezTo>
                  <a:pt x="85235" y="128803"/>
                  <a:pt x="82457" y="127487"/>
                  <a:pt x="80740" y="125148"/>
                </a:cubicBezTo>
                <a:lnTo>
                  <a:pt x="63195" y="101756"/>
                </a:lnTo>
                <a:cubicBezTo>
                  <a:pt x="60271" y="97882"/>
                  <a:pt x="61075" y="92399"/>
                  <a:pt x="64950" y="89475"/>
                </a:cubicBezTo>
                <a:cubicBezTo>
                  <a:pt x="68824" y="86551"/>
                  <a:pt x="74307" y="87355"/>
                  <a:pt x="77231" y="91229"/>
                </a:cubicBezTo>
                <a:lnTo>
                  <a:pt x="87099" y="104388"/>
                </a:lnTo>
                <a:lnTo>
                  <a:pt x="109541" y="68459"/>
                </a:lnTo>
                <a:cubicBezTo>
                  <a:pt x="112100" y="64365"/>
                  <a:pt x="117509" y="63086"/>
                  <a:pt x="121639" y="65681"/>
                </a:cubicBezTo>
                <a:cubicBezTo>
                  <a:pt x="125769" y="68276"/>
                  <a:pt x="127012" y="73649"/>
                  <a:pt x="124417" y="77779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1" name="Text 8"/>
          <p:cNvSpPr/>
          <p:nvPr/>
        </p:nvSpPr>
        <p:spPr>
          <a:xfrm>
            <a:off x="943289" y="3785324"/>
            <a:ext cx="4893642" cy="523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6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Data Quality:</a:t>
            </a:r>
            <a:pPr>
              <a:lnSpc>
                <a:spcPct val="130000"/>
              </a:lnSpc>
            </a:pPr>
            <a:r>
              <a:rPr lang="en-US" sz="132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Clean data leads to trustworthy analysis results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1004" y="4459019"/>
            <a:ext cx="187137" cy="187137"/>
          </a:xfrm>
          <a:custGeom>
            <a:avLst/>
            <a:gdLst/>
            <a:ahLst/>
            <a:cxnLst/>
            <a:rect l="l" t="t" r="r" b="b"/>
            <a:pathLst>
              <a:path w="187137" h="187137">
                <a:moveTo>
                  <a:pt x="93569" y="187137"/>
                </a:moveTo>
                <a:cubicBezTo>
                  <a:pt x="145211" y="187137"/>
                  <a:pt x="187137" y="145211"/>
                  <a:pt x="187137" y="93569"/>
                </a:cubicBezTo>
                <a:cubicBezTo>
                  <a:pt x="187137" y="41927"/>
                  <a:pt x="145211" y="0"/>
                  <a:pt x="93569" y="0"/>
                </a:cubicBezTo>
                <a:cubicBezTo>
                  <a:pt x="41927" y="0"/>
                  <a:pt x="0" y="41927"/>
                  <a:pt x="0" y="93569"/>
                </a:cubicBezTo>
                <a:cubicBezTo>
                  <a:pt x="0" y="145211"/>
                  <a:pt x="41927" y="187137"/>
                  <a:pt x="93569" y="187137"/>
                </a:cubicBezTo>
                <a:close/>
                <a:moveTo>
                  <a:pt x="124417" y="77742"/>
                </a:moveTo>
                <a:lnTo>
                  <a:pt x="95177" y="124527"/>
                </a:lnTo>
                <a:cubicBezTo>
                  <a:pt x="93642" y="126976"/>
                  <a:pt x="91010" y="128511"/>
                  <a:pt x="88123" y="128657"/>
                </a:cubicBezTo>
                <a:cubicBezTo>
                  <a:pt x="85235" y="128803"/>
                  <a:pt x="82457" y="127487"/>
                  <a:pt x="80740" y="125148"/>
                </a:cubicBezTo>
                <a:lnTo>
                  <a:pt x="63195" y="101756"/>
                </a:lnTo>
                <a:cubicBezTo>
                  <a:pt x="60271" y="97882"/>
                  <a:pt x="61075" y="92399"/>
                  <a:pt x="64950" y="89475"/>
                </a:cubicBezTo>
                <a:cubicBezTo>
                  <a:pt x="68824" y="86551"/>
                  <a:pt x="74307" y="87355"/>
                  <a:pt x="77231" y="91229"/>
                </a:cubicBezTo>
                <a:lnTo>
                  <a:pt x="87099" y="104388"/>
                </a:lnTo>
                <a:lnTo>
                  <a:pt x="109541" y="68459"/>
                </a:lnTo>
                <a:cubicBezTo>
                  <a:pt x="112100" y="64365"/>
                  <a:pt x="117509" y="63086"/>
                  <a:pt x="121639" y="65681"/>
                </a:cubicBezTo>
                <a:cubicBezTo>
                  <a:pt x="125769" y="68276"/>
                  <a:pt x="127012" y="73649"/>
                  <a:pt x="124417" y="77779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3" name="Text 10"/>
          <p:cNvSpPr/>
          <p:nvPr/>
        </p:nvSpPr>
        <p:spPr>
          <a:xfrm>
            <a:off x="919195" y="4421591"/>
            <a:ext cx="4921713" cy="523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6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Accurate Insights:</a:t>
            </a:r>
            <a:pPr>
              <a:lnSpc>
                <a:spcPct val="130000"/>
              </a:lnSpc>
            </a:pPr>
            <a:r>
              <a:rPr lang="en-US" sz="132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Preprocessed data reveals true patterns and trends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5682" y="5095286"/>
            <a:ext cx="187137" cy="187137"/>
          </a:xfrm>
          <a:custGeom>
            <a:avLst/>
            <a:gdLst/>
            <a:ahLst/>
            <a:cxnLst/>
            <a:rect l="l" t="t" r="r" b="b"/>
            <a:pathLst>
              <a:path w="187137" h="187137">
                <a:moveTo>
                  <a:pt x="93569" y="187137"/>
                </a:moveTo>
                <a:cubicBezTo>
                  <a:pt x="145211" y="187137"/>
                  <a:pt x="187137" y="145211"/>
                  <a:pt x="187137" y="93569"/>
                </a:cubicBezTo>
                <a:cubicBezTo>
                  <a:pt x="187137" y="41927"/>
                  <a:pt x="145211" y="0"/>
                  <a:pt x="93569" y="0"/>
                </a:cubicBezTo>
                <a:cubicBezTo>
                  <a:pt x="41927" y="0"/>
                  <a:pt x="0" y="41927"/>
                  <a:pt x="0" y="93569"/>
                </a:cubicBezTo>
                <a:cubicBezTo>
                  <a:pt x="0" y="145211"/>
                  <a:pt x="41927" y="187137"/>
                  <a:pt x="93569" y="187137"/>
                </a:cubicBezTo>
                <a:close/>
                <a:moveTo>
                  <a:pt x="124417" y="77742"/>
                </a:moveTo>
                <a:lnTo>
                  <a:pt x="95177" y="124527"/>
                </a:lnTo>
                <a:cubicBezTo>
                  <a:pt x="93642" y="126976"/>
                  <a:pt x="91010" y="128511"/>
                  <a:pt x="88123" y="128657"/>
                </a:cubicBezTo>
                <a:cubicBezTo>
                  <a:pt x="85235" y="128803"/>
                  <a:pt x="82457" y="127487"/>
                  <a:pt x="80740" y="125148"/>
                </a:cubicBezTo>
                <a:lnTo>
                  <a:pt x="63195" y="101756"/>
                </a:lnTo>
                <a:cubicBezTo>
                  <a:pt x="60271" y="97882"/>
                  <a:pt x="61075" y="92399"/>
                  <a:pt x="64950" y="89475"/>
                </a:cubicBezTo>
                <a:cubicBezTo>
                  <a:pt x="68824" y="86551"/>
                  <a:pt x="74307" y="87355"/>
                  <a:pt x="77231" y="91229"/>
                </a:cubicBezTo>
                <a:lnTo>
                  <a:pt x="87099" y="104388"/>
                </a:lnTo>
                <a:lnTo>
                  <a:pt x="109541" y="68459"/>
                </a:lnTo>
                <a:cubicBezTo>
                  <a:pt x="112100" y="64365"/>
                  <a:pt x="117509" y="63086"/>
                  <a:pt x="121639" y="65681"/>
                </a:cubicBezTo>
                <a:cubicBezTo>
                  <a:pt x="125769" y="68276"/>
                  <a:pt x="127012" y="73649"/>
                  <a:pt x="124417" y="77779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5" name="Text 12"/>
          <p:cNvSpPr/>
          <p:nvPr/>
        </p:nvSpPr>
        <p:spPr>
          <a:xfrm>
            <a:off x="923991" y="5057858"/>
            <a:ext cx="4912356" cy="523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6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Decision Making:</a:t>
            </a:r>
            <a:pPr>
              <a:lnSpc>
                <a:spcPct val="130000"/>
              </a:lnSpc>
            </a:pPr>
            <a:r>
              <a:rPr lang="en-US" sz="132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Reliable data drives informed business strategies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0360" y="5731553"/>
            <a:ext cx="187137" cy="187137"/>
          </a:xfrm>
          <a:custGeom>
            <a:avLst/>
            <a:gdLst/>
            <a:ahLst/>
            <a:cxnLst/>
            <a:rect l="l" t="t" r="r" b="b"/>
            <a:pathLst>
              <a:path w="187137" h="187137">
                <a:moveTo>
                  <a:pt x="93569" y="187137"/>
                </a:moveTo>
                <a:cubicBezTo>
                  <a:pt x="145211" y="187137"/>
                  <a:pt x="187137" y="145211"/>
                  <a:pt x="187137" y="93569"/>
                </a:cubicBezTo>
                <a:cubicBezTo>
                  <a:pt x="187137" y="41927"/>
                  <a:pt x="145211" y="0"/>
                  <a:pt x="93569" y="0"/>
                </a:cubicBezTo>
                <a:cubicBezTo>
                  <a:pt x="41927" y="0"/>
                  <a:pt x="0" y="41927"/>
                  <a:pt x="0" y="93569"/>
                </a:cubicBezTo>
                <a:cubicBezTo>
                  <a:pt x="0" y="145211"/>
                  <a:pt x="41927" y="187137"/>
                  <a:pt x="93569" y="187137"/>
                </a:cubicBezTo>
                <a:close/>
                <a:moveTo>
                  <a:pt x="124417" y="77742"/>
                </a:moveTo>
                <a:lnTo>
                  <a:pt x="95177" y="124527"/>
                </a:lnTo>
                <a:cubicBezTo>
                  <a:pt x="93642" y="126976"/>
                  <a:pt x="91010" y="128511"/>
                  <a:pt x="88123" y="128657"/>
                </a:cubicBezTo>
                <a:cubicBezTo>
                  <a:pt x="85235" y="128803"/>
                  <a:pt x="82457" y="127487"/>
                  <a:pt x="80740" y="125148"/>
                </a:cubicBezTo>
                <a:lnTo>
                  <a:pt x="63195" y="101756"/>
                </a:lnTo>
                <a:cubicBezTo>
                  <a:pt x="60271" y="97882"/>
                  <a:pt x="61075" y="92399"/>
                  <a:pt x="64950" y="89475"/>
                </a:cubicBezTo>
                <a:cubicBezTo>
                  <a:pt x="68824" y="86551"/>
                  <a:pt x="74307" y="87355"/>
                  <a:pt x="77231" y="91229"/>
                </a:cubicBezTo>
                <a:lnTo>
                  <a:pt x="87099" y="104388"/>
                </a:lnTo>
                <a:lnTo>
                  <a:pt x="109541" y="68459"/>
                </a:lnTo>
                <a:cubicBezTo>
                  <a:pt x="112100" y="64365"/>
                  <a:pt x="117509" y="63086"/>
                  <a:pt x="121639" y="65681"/>
                </a:cubicBezTo>
                <a:cubicBezTo>
                  <a:pt x="125769" y="68276"/>
                  <a:pt x="127012" y="73649"/>
                  <a:pt x="124417" y="77779"/>
                </a:cubicBezTo>
                <a:close/>
              </a:path>
            </a:pathLst>
          </a:custGeom>
          <a:solidFill>
            <a:srgbClr val="E09F3E"/>
          </a:solidFill>
          <a:ln/>
        </p:spPr>
      </p:sp>
      <p:sp>
        <p:nvSpPr>
          <p:cNvPr id="17" name="Text 14"/>
          <p:cNvSpPr/>
          <p:nvPr/>
        </p:nvSpPr>
        <p:spPr>
          <a:xfrm>
            <a:off x="933816" y="5694125"/>
            <a:ext cx="4902999" cy="523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6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Facilitates Visualization:</a:t>
            </a:r>
            <a:pPr>
              <a:lnSpc>
                <a:spcPct val="130000"/>
              </a:lnSpc>
            </a:pPr>
            <a:r>
              <a:rPr lang="en-US" sz="132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Clean data enables effective dashboard creation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27490" y="6599868"/>
            <a:ext cx="11537019" cy="26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"Quality data is the foundation of quality insights"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Preprocessing for Facebook Food Trends Analysis</dc:title>
  <dc:subject>Data Preprocessing for Facebook Food Trends Analysis</dc:subject>
  <dc:creator>Kimi</dc:creator>
  <cp:lastModifiedBy>Kimi</cp:lastModifiedBy>
  <cp:revision>1</cp:revision>
  <dcterms:created xsi:type="dcterms:W3CDTF">2026-02-09T19:06:56Z</dcterms:created>
  <dcterms:modified xsi:type="dcterms:W3CDTF">2026-02-09T19:06:56Z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{"Label":"Data Preprocessing for Facebook Food Trends Analysis","ContentProducer":"001191110108MACG2KBH8F10000","ProduceID":"19c43c22-be72-80c3-8000-00001f564cdd","ReservedCode1":"","ContentPropagator":"001191110108MACG2KBH8F20000","PropagateID":"19c43c22-be72-80c3-8000-00001f564cdd","ReservedCode2":""}</vt:lpwstr>
  </property>
</Properties>
</file>